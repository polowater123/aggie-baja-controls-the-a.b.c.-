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3"/>
  </p:notesMasterIdLst>
  <p:sldIdLst>
    <p:sldId id="266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6858000" cy="9144000"/>
  <p:embeddedFontLst>
    <p:embeddedFont>
      <p:font typeface="Oswald" panose="00000500000000000000" pitchFamily="2" charset="0"/>
      <p:regular r:id="rId14"/>
      <p:bold r:id="rId15"/>
    </p:embeddedFont>
    <p:embeddedFont>
      <p:font typeface="Rubik" panose="020B0604020202020204" charset="-79"/>
      <p:regular r:id="rId16"/>
      <p:bold r:id="rId17"/>
    </p:embeddedFont>
  </p:embeddedFontLst>
  <p:defaultTextStyle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DEBAFBE-625B-4363-9795-8A0E2A896884}" v="2" dt="2026-10-25T23:20:29.43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132" y="6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ob gilliam" userId="531db58e867e8722" providerId="LiveId" clId="{A37380D5-EAA1-4005-A741-5E7BD54C2ABE}"/>
    <pc:docChg chg="undo custSel addSld modSld">
      <pc:chgData name="jacob gilliam" userId="531db58e867e8722" providerId="LiveId" clId="{A37380D5-EAA1-4005-A741-5E7BD54C2ABE}" dt="2026-10-25T23:20:40.880" v="26" actId="478"/>
      <pc:docMkLst>
        <pc:docMk/>
      </pc:docMkLst>
      <pc:sldChg chg="delSp mod">
        <pc:chgData name="jacob gilliam" userId="531db58e867e8722" providerId="LiveId" clId="{A37380D5-EAA1-4005-A741-5E7BD54C2ABE}" dt="2026-10-25T20:16:27.117" v="0" actId="478"/>
        <pc:sldMkLst>
          <pc:docMk/>
          <pc:sldMk cId="382086233" sldId="256"/>
        </pc:sldMkLst>
        <pc:spChg chg="del">
          <ac:chgData name="jacob gilliam" userId="531db58e867e8722" providerId="LiveId" clId="{A37380D5-EAA1-4005-A741-5E7BD54C2ABE}" dt="2026-10-25T20:16:27.117" v="0" actId="478"/>
          <ac:spMkLst>
            <pc:docMk/>
            <pc:sldMk cId="382086233" sldId="256"/>
            <ac:spMk id="15" creationId="{50BADC96-6D31-46CF-BF1E-8AF114A2F139}"/>
          </ac:spMkLst>
        </pc:spChg>
      </pc:sldChg>
      <pc:sldChg chg="modSp mod">
        <pc:chgData name="jacob gilliam" userId="531db58e867e8722" providerId="LiveId" clId="{A37380D5-EAA1-4005-A741-5E7BD54C2ABE}" dt="2026-10-25T20:16:40.558" v="1" actId="33524"/>
        <pc:sldMkLst>
          <pc:docMk/>
          <pc:sldMk cId="2893821453" sldId="259"/>
        </pc:sldMkLst>
        <pc:spChg chg="mod">
          <ac:chgData name="jacob gilliam" userId="531db58e867e8722" providerId="LiveId" clId="{A37380D5-EAA1-4005-A741-5E7BD54C2ABE}" dt="2026-10-25T20:16:40.558" v="1" actId="33524"/>
          <ac:spMkLst>
            <pc:docMk/>
            <pc:sldMk cId="2893821453" sldId="259"/>
            <ac:spMk id="28" creationId="{306F1AE3-69E2-491B-B725-F1315D7DABFA}"/>
          </ac:spMkLst>
        </pc:spChg>
      </pc:sldChg>
      <pc:sldChg chg="addSp modSp mod">
        <pc:chgData name="jacob gilliam" userId="531db58e867e8722" providerId="LiveId" clId="{A37380D5-EAA1-4005-A741-5E7BD54C2ABE}" dt="2026-10-25T23:11:56.365" v="5" actId="1076"/>
        <pc:sldMkLst>
          <pc:docMk/>
          <pc:sldMk cId="173245045" sldId="261"/>
        </pc:sldMkLst>
        <pc:spChg chg="add mod">
          <ac:chgData name="jacob gilliam" userId="531db58e867e8722" providerId="LiveId" clId="{A37380D5-EAA1-4005-A741-5E7BD54C2ABE}" dt="2026-10-25T23:11:45.743" v="3" actId="1076"/>
          <ac:spMkLst>
            <pc:docMk/>
            <pc:sldMk cId="173245045" sldId="261"/>
            <ac:spMk id="6" creationId="{7EF4E83C-52DF-541E-1C95-0A5636D4277D}"/>
          </ac:spMkLst>
        </pc:spChg>
        <pc:spChg chg="add mod">
          <ac:chgData name="jacob gilliam" userId="531db58e867e8722" providerId="LiveId" clId="{A37380D5-EAA1-4005-A741-5E7BD54C2ABE}" dt="2026-10-25T23:11:56.365" v="5" actId="1076"/>
          <ac:spMkLst>
            <pc:docMk/>
            <pc:sldMk cId="173245045" sldId="261"/>
            <ac:spMk id="10" creationId="{FCC916FC-8D70-C3D8-7724-261A1084786A}"/>
          </ac:spMkLst>
        </pc:spChg>
      </pc:sldChg>
      <pc:sldChg chg="addSp delSp modSp mod">
        <pc:chgData name="jacob gilliam" userId="531db58e867e8722" providerId="LiveId" clId="{A37380D5-EAA1-4005-A741-5E7BD54C2ABE}" dt="2026-10-25T23:12:34.574" v="12"/>
        <pc:sldMkLst>
          <pc:docMk/>
          <pc:sldMk cId="519823594" sldId="262"/>
        </pc:sldMkLst>
        <pc:spChg chg="add">
          <ac:chgData name="jacob gilliam" userId="531db58e867e8722" providerId="LiveId" clId="{A37380D5-EAA1-4005-A741-5E7BD54C2ABE}" dt="2026-10-25T23:12:08.394" v="6" actId="22"/>
          <ac:spMkLst>
            <pc:docMk/>
            <pc:sldMk cId="519823594" sldId="262"/>
            <ac:spMk id="7" creationId="{C1051A58-E4CD-D33D-2446-2FF80F6EBC5D}"/>
          </ac:spMkLst>
        </pc:spChg>
        <pc:spChg chg="add">
          <ac:chgData name="jacob gilliam" userId="531db58e867e8722" providerId="LiveId" clId="{A37380D5-EAA1-4005-A741-5E7BD54C2ABE}" dt="2026-10-25T23:12:16.039" v="7" actId="22"/>
          <ac:spMkLst>
            <pc:docMk/>
            <pc:sldMk cId="519823594" sldId="262"/>
            <ac:spMk id="11" creationId="{3E345138-3A38-5544-0557-572E0B2C5AE7}"/>
          </ac:spMkLst>
        </pc:spChg>
        <pc:spChg chg="add del mod">
          <ac:chgData name="jacob gilliam" userId="531db58e867e8722" providerId="LiveId" clId="{A37380D5-EAA1-4005-A741-5E7BD54C2ABE}" dt="2026-10-25T23:12:34.574" v="12"/>
          <ac:spMkLst>
            <pc:docMk/>
            <pc:sldMk cId="519823594" sldId="262"/>
            <ac:spMk id="13" creationId="{9502C2BF-CE1F-AA8D-C083-4C2E770DB0B5}"/>
          </ac:spMkLst>
        </pc:spChg>
        <pc:spChg chg="add">
          <ac:chgData name="jacob gilliam" userId="531db58e867e8722" providerId="LiveId" clId="{A37380D5-EAA1-4005-A741-5E7BD54C2ABE}" dt="2026-10-25T23:12:20.913" v="9" actId="22"/>
          <ac:spMkLst>
            <pc:docMk/>
            <pc:sldMk cId="519823594" sldId="262"/>
            <ac:spMk id="15" creationId="{FFB16AE3-4C50-11AD-5CA3-BD2545D4088C}"/>
          </ac:spMkLst>
        </pc:spChg>
        <pc:spChg chg="add">
          <ac:chgData name="jacob gilliam" userId="531db58e867e8722" providerId="LiveId" clId="{A37380D5-EAA1-4005-A741-5E7BD54C2ABE}" dt="2026-10-25T23:12:31.160" v="10" actId="22"/>
          <ac:spMkLst>
            <pc:docMk/>
            <pc:sldMk cId="519823594" sldId="262"/>
            <ac:spMk id="17" creationId="{22174BED-FC69-2D8A-D85A-71134B6EAC82}"/>
          </ac:spMkLst>
        </pc:spChg>
      </pc:sldChg>
      <pc:sldChg chg="addSp mod">
        <pc:chgData name="jacob gilliam" userId="531db58e867e8722" providerId="LiveId" clId="{A37380D5-EAA1-4005-A741-5E7BD54C2ABE}" dt="2026-10-25T23:12:45.902" v="14" actId="22"/>
        <pc:sldMkLst>
          <pc:docMk/>
          <pc:sldMk cId="1091152298" sldId="263"/>
        </pc:sldMkLst>
        <pc:spChg chg="add">
          <ac:chgData name="jacob gilliam" userId="531db58e867e8722" providerId="LiveId" clId="{A37380D5-EAA1-4005-A741-5E7BD54C2ABE}" dt="2026-10-25T23:12:42.579" v="13" actId="22"/>
          <ac:spMkLst>
            <pc:docMk/>
            <pc:sldMk cId="1091152298" sldId="263"/>
            <ac:spMk id="7" creationId="{B243C7C8-35E3-5818-85FC-4B1E6B300AFE}"/>
          </ac:spMkLst>
        </pc:spChg>
        <pc:spChg chg="add">
          <ac:chgData name="jacob gilliam" userId="531db58e867e8722" providerId="LiveId" clId="{A37380D5-EAA1-4005-A741-5E7BD54C2ABE}" dt="2026-10-25T23:12:45.902" v="14" actId="22"/>
          <ac:spMkLst>
            <pc:docMk/>
            <pc:sldMk cId="1091152298" sldId="263"/>
            <ac:spMk id="11" creationId="{C1C0D017-DACA-A77D-E9D7-8F745CCBB930}"/>
          </ac:spMkLst>
        </pc:spChg>
      </pc:sldChg>
      <pc:sldChg chg="addSp mod">
        <pc:chgData name="jacob gilliam" userId="531db58e867e8722" providerId="LiveId" clId="{A37380D5-EAA1-4005-A741-5E7BD54C2ABE}" dt="2026-10-25T23:13:00.426" v="16" actId="22"/>
        <pc:sldMkLst>
          <pc:docMk/>
          <pc:sldMk cId="1565647876" sldId="264"/>
        </pc:sldMkLst>
        <pc:spChg chg="add">
          <ac:chgData name="jacob gilliam" userId="531db58e867e8722" providerId="LiveId" clId="{A37380D5-EAA1-4005-A741-5E7BD54C2ABE}" dt="2026-10-25T23:12:54.656" v="15" actId="22"/>
          <ac:spMkLst>
            <pc:docMk/>
            <pc:sldMk cId="1565647876" sldId="264"/>
            <ac:spMk id="7" creationId="{ACFBA4C5-90BF-316C-47D0-0A0B8E46046E}"/>
          </ac:spMkLst>
        </pc:spChg>
        <pc:spChg chg="add">
          <ac:chgData name="jacob gilliam" userId="531db58e867e8722" providerId="LiveId" clId="{A37380D5-EAA1-4005-A741-5E7BD54C2ABE}" dt="2026-10-25T23:13:00.426" v="16" actId="22"/>
          <ac:spMkLst>
            <pc:docMk/>
            <pc:sldMk cId="1565647876" sldId="264"/>
            <ac:spMk id="11" creationId="{CF6820D9-3DFB-E3B3-670F-A1D90E5F302B}"/>
          </ac:spMkLst>
        </pc:spChg>
      </pc:sldChg>
      <pc:sldChg chg="addSp delSp modSp mod">
        <pc:chgData name="jacob gilliam" userId="531db58e867e8722" providerId="LiveId" clId="{A37380D5-EAA1-4005-A741-5E7BD54C2ABE}" dt="2026-10-25T23:14:48.764" v="24" actId="20577"/>
        <pc:sldMkLst>
          <pc:docMk/>
          <pc:sldMk cId="1128849653" sldId="265"/>
        </pc:sldMkLst>
        <pc:spChg chg="mod">
          <ac:chgData name="jacob gilliam" userId="531db58e867e8722" providerId="LiveId" clId="{A37380D5-EAA1-4005-A741-5E7BD54C2ABE}" dt="2026-10-25T23:14:48.764" v="24" actId="20577"/>
          <ac:spMkLst>
            <pc:docMk/>
            <pc:sldMk cId="1128849653" sldId="265"/>
            <ac:spMk id="3" creationId="{D2004E0A-F214-B2B5-3E57-4699561E01FB}"/>
          </ac:spMkLst>
        </pc:spChg>
        <pc:spChg chg="add del">
          <ac:chgData name="jacob gilliam" userId="531db58e867e8722" providerId="LiveId" clId="{A37380D5-EAA1-4005-A741-5E7BD54C2ABE}" dt="2026-10-25T23:13:15.522" v="18" actId="22"/>
          <ac:spMkLst>
            <pc:docMk/>
            <pc:sldMk cId="1128849653" sldId="265"/>
            <ac:spMk id="6" creationId="{20A6B4C6-F3B1-3CCF-8305-765D99BCE0F0}"/>
          </ac:spMkLst>
        </pc:spChg>
        <pc:spChg chg="add">
          <ac:chgData name="jacob gilliam" userId="531db58e867e8722" providerId="LiveId" clId="{A37380D5-EAA1-4005-A741-5E7BD54C2ABE}" dt="2026-10-25T23:13:20.751" v="19" actId="22"/>
          <ac:spMkLst>
            <pc:docMk/>
            <pc:sldMk cId="1128849653" sldId="265"/>
            <ac:spMk id="12" creationId="{6D71BDC0-88C9-3EA7-3352-24848E1C877C}"/>
          </ac:spMkLst>
        </pc:spChg>
        <pc:spChg chg="add">
          <ac:chgData name="jacob gilliam" userId="531db58e867e8722" providerId="LiveId" clId="{A37380D5-EAA1-4005-A741-5E7BD54C2ABE}" dt="2026-10-25T23:13:32.698" v="20" actId="22"/>
          <ac:spMkLst>
            <pc:docMk/>
            <pc:sldMk cId="1128849653" sldId="265"/>
            <ac:spMk id="14" creationId="{5E2839FC-177F-D2B8-C087-9B695894CCDF}"/>
          </ac:spMkLst>
        </pc:spChg>
      </pc:sldChg>
      <pc:sldChg chg="delSp add mod">
        <pc:chgData name="jacob gilliam" userId="531db58e867e8722" providerId="LiveId" clId="{A37380D5-EAA1-4005-A741-5E7BD54C2ABE}" dt="2026-10-25T23:20:40.880" v="26" actId="478"/>
        <pc:sldMkLst>
          <pc:docMk/>
          <pc:sldMk cId="1057298868" sldId="266"/>
        </pc:sldMkLst>
        <pc:spChg chg="del">
          <ac:chgData name="jacob gilliam" userId="531db58e867e8722" providerId="LiveId" clId="{A37380D5-EAA1-4005-A741-5E7BD54C2ABE}" dt="2026-10-25T23:20:40.880" v="26" actId="478"/>
          <ac:spMkLst>
            <pc:docMk/>
            <pc:sldMk cId="1057298868" sldId="266"/>
            <ac:spMk id="5" creationId="{4DCC5816-BEA4-4588-A0A1-A701CA6D30AC}"/>
          </ac:spMkLst>
        </pc:spChg>
      </pc:sldChg>
    </pc:docChg>
  </pc:docChgLst>
  <pc:docChgLst>
    <pc:chgData name="Ben McGuire" userId="913f0563-48b3-45ec-81d3-e9880b7a9658" providerId="ADAL" clId="{3C5D6A11-CF99-4F27-8B0F-D49941D096A3}"/>
    <pc:docChg chg="custSel addSld delSld modSld">
      <pc:chgData name="Ben McGuire" userId="913f0563-48b3-45ec-81d3-e9880b7a9658" providerId="ADAL" clId="{3C5D6A11-CF99-4F27-8B0F-D49941D096A3}" dt="2026-10-25T22:21:01.871" v="671" actId="2696"/>
      <pc:docMkLst>
        <pc:docMk/>
      </pc:docMkLst>
      <pc:sldChg chg="addSp delSp modSp add mod">
        <pc:chgData name="Ben McGuire" userId="913f0563-48b3-45ec-81d3-e9880b7a9658" providerId="ADAL" clId="{3C5D6A11-CF99-4F27-8B0F-D49941D096A3}" dt="2026-10-25T22:19:56.548" v="669" actId="1076"/>
        <pc:sldMkLst>
          <pc:docMk/>
          <pc:sldMk cId="1128849653" sldId="265"/>
        </pc:sldMkLst>
        <pc:spChg chg="mod">
          <ac:chgData name="Ben McGuire" userId="913f0563-48b3-45ec-81d3-e9880b7a9658" providerId="ADAL" clId="{3C5D6A11-CF99-4F27-8B0F-D49941D096A3}" dt="2026-10-25T22:07:29.275" v="249" actId="20577"/>
          <ac:spMkLst>
            <pc:docMk/>
            <pc:sldMk cId="1128849653" sldId="265"/>
            <ac:spMk id="2" creationId="{AA89F9B0-917E-7CD1-97CF-9F00876E0E13}"/>
          </ac:spMkLst>
        </pc:spChg>
        <pc:spChg chg="mod">
          <ac:chgData name="Ben McGuire" userId="913f0563-48b3-45ec-81d3-e9880b7a9658" providerId="ADAL" clId="{3C5D6A11-CF99-4F27-8B0F-D49941D096A3}" dt="2026-10-25T22:08:23.538" v="422" actId="20577"/>
          <ac:spMkLst>
            <pc:docMk/>
            <pc:sldMk cId="1128849653" sldId="265"/>
            <ac:spMk id="3" creationId="{D2004E0A-F214-B2B5-3E57-4699561E01FB}"/>
          </ac:spMkLst>
        </pc:spChg>
        <pc:spChg chg="mod">
          <ac:chgData name="Ben McGuire" userId="913f0563-48b3-45ec-81d3-e9880b7a9658" providerId="ADAL" clId="{3C5D6A11-CF99-4F27-8B0F-D49941D096A3}" dt="2026-10-25T22:09:24.223" v="655" actId="20577"/>
          <ac:spMkLst>
            <pc:docMk/>
            <pc:sldMk cId="1128849653" sldId="265"/>
            <ac:spMk id="4" creationId="{35465DEA-C506-C3B1-1B5E-731F69D4D7B2}"/>
          </ac:spMkLst>
        </pc:spChg>
        <pc:spChg chg="mod">
          <ac:chgData name="Ben McGuire" userId="913f0563-48b3-45ec-81d3-e9880b7a9658" providerId="ADAL" clId="{3C5D6A11-CF99-4F27-8B0F-D49941D096A3}" dt="2026-10-25T22:06:54.364" v="75" actId="20577"/>
          <ac:spMkLst>
            <pc:docMk/>
            <pc:sldMk cId="1128849653" sldId="265"/>
            <ac:spMk id="9" creationId="{DA2E09F3-0509-8523-C016-0CFDBF40E047}"/>
          </ac:spMkLst>
        </pc:spChg>
        <pc:picChg chg="del">
          <ac:chgData name="Ben McGuire" userId="913f0563-48b3-45ec-81d3-e9880b7a9658" providerId="ADAL" clId="{3C5D6A11-CF99-4F27-8B0F-D49941D096A3}" dt="2026-10-25T22:09:26.362" v="656" actId="478"/>
          <ac:picMkLst>
            <pc:docMk/>
            <pc:sldMk cId="1128849653" sldId="265"/>
            <ac:picMk id="5" creationId="{61AE0F0B-9935-70E4-D200-8D8A7B59DE60}"/>
          </ac:picMkLst>
        </pc:picChg>
        <pc:picChg chg="add mod">
          <ac:chgData name="Ben McGuire" userId="913f0563-48b3-45ec-81d3-e9880b7a9658" providerId="ADAL" clId="{3C5D6A11-CF99-4F27-8B0F-D49941D096A3}" dt="2026-10-25T22:19:56.548" v="669" actId="1076"/>
          <ac:picMkLst>
            <pc:docMk/>
            <pc:sldMk cId="1128849653" sldId="265"/>
            <ac:picMk id="7" creationId="{540F4B7A-40CE-E613-49B6-335294097EB6}"/>
          </ac:picMkLst>
        </pc:picChg>
        <pc:picChg chg="add mod">
          <ac:chgData name="Ben McGuire" userId="913f0563-48b3-45ec-81d3-e9880b7a9658" providerId="ADAL" clId="{3C5D6A11-CF99-4F27-8B0F-D49941D096A3}" dt="2026-10-25T22:19:54.002" v="668" actId="1076"/>
          <ac:picMkLst>
            <pc:docMk/>
            <pc:sldMk cId="1128849653" sldId="265"/>
            <ac:picMk id="11" creationId="{4D628BD3-350B-F6F4-71E9-24137A39E391}"/>
          </ac:picMkLst>
        </pc:picChg>
      </pc:sldChg>
      <pc:sldChg chg="new del">
        <pc:chgData name="Ben McGuire" userId="913f0563-48b3-45ec-81d3-e9880b7a9658" providerId="ADAL" clId="{3C5D6A11-CF99-4F27-8B0F-D49941D096A3}" dt="2026-10-25T22:06:27.493" v="1" actId="2696"/>
        <pc:sldMkLst>
          <pc:docMk/>
          <pc:sldMk cId="2878871561" sldId="265"/>
        </pc:sldMkLst>
      </pc:sldChg>
      <pc:sldChg chg="new del">
        <pc:chgData name="Ben McGuire" userId="913f0563-48b3-45ec-81d3-e9880b7a9658" providerId="ADAL" clId="{3C5D6A11-CF99-4F27-8B0F-D49941D096A3}" dt="2026-10-25T22:21:01.871" v="671" actId="2696"/>
        <pc:sldMkLst>
          <pc:docMk/>
          <pc:sldMk cId="27287387" sldId="26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B9B0AE"/>
              </a:solidFill>
              <a:effectLst/>
              <a:uLnTx/>
              <a:uFillTx/>
              <a:latin typeface="Rubik"/>
              <a:cs typeface="Rubik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4B08F-E86C-C2ED-B057-3200FF051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2DC12C-22D3-E120-CF04-E3A328F34A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BD825A-7420-220D-E5F0-E1DC58263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0DA337-765D-8A50-9979-4AFC738E7B71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012530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1210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5F959B1-99E1-4D88-9D1A-B2736B273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502890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lvl1pPr marL="0" indent="0" algn="l">
              <a:lnSpc>
                <a:spcPct val="115000"/>
              </a:lnSpc>
              <a:buNone/>
              <a:defRPr sz="3600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sz="360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6B052F-C631-4297-AB8D-7753090F871E}"/>
              </a:ext>
            </a:extLst>
          </p:cNvPr>
          <p:cNvSpPr>
            <a:spLocks noGrp="1"/>
          </p:cNvSpPr>
          <p:nvPr>
            <p:ph type="body" idx="101"/>
          </p:nvPr>
        </p:nvSpPr>
        <p:spPr>
          <a:xfrm>
            <a:off x="812800" y="1620490"/>
            <a:ext cx="10566400" cy="4424710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lvl1pPr marL="0" indent="0" algn="l">
              <a:lnSpc>
                <a:spcPct val="140000"/>
              </a:lnSpc>
              <a:buNone/>
              <a:defRPr sz="160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sz="160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0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CD3AAD4-A904-45B6-AD61-F54DC8C5B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502890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lvl1pPr marL="0" indent="0" algn="l">
              <a:lnSpc>
                <a:spcPct val="115000"/>
              </a:lnSpc>
              <a:buNone/>
              <a:defRPr sz="3600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sz="360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F814CC-12F2-478B-B602-96DAF715CC79}"/>
              </a:ext>
            </a:extLst>
          </p:cNvPr>
          <p:cNvSpPr>
            <a:spLocks noGrp="1"/>
          </p:cNvSpPr>
          <p:nvPr>
            <p:ph type="body" idx="101"/>
          </p:nvPr>
        </p:nvSpPr>
        <p:spPr>
          <a:xfrm>
            <a:off x="812800" y="1620490"/>
            <a:ext cx="10566400" cy="4424710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lvl1pPr marL="0" indent="0" algn="l">
              <a:lnSpc>
                <a:spcPct val="140000"/>
              </a:lnSpc>
              <a:buNone/>
              <a:defRPr sz="160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sz="160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5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C03CDB9-3FB3-440F-A250-4FEDC46066CF}"/>
              </a:ext>
            </a:extLst>
          </p:cNvPr>
          <p:cNvSpPr>
            <a:spLocks noGrp="1"/>
          </p:cNvSpPr>
          <p:nvPr/>
        </p:nvSpPr>
        <p:spPr>
          <a:xfrm>
            <a:off x="809625" y="1524000"/>
            <a:ext cx="10477500" cy="571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FF4D5A"/>
                </a:solidFill>
                <a:latin typeface="Rubik"/>
                <a:ea typeface="Rubik"/>
                <a:cs typeface="Rubik"/>
              </a:defRPr>
            </a:defPPr>
            <a:lvl1pPr>
              <a:defRPr sz="2100" b="1">
                <a:solidFill>
                  <a:srgbClr val="FF4D5A"/>
                </a:solidFill>
                <a:latin typeface="Rubik"/>
                <a:ea typeface="Rubik"/>
                <a:cs typeface="Rubik"/>
              </a:defRPr>
            </a:lvl1pPr>
            <a:lvl2pPr>
              <a:defRPr sz="2100" b="1">
                <a:solidFill>
                  <a:srgbClr val="FF4D5A"/>
                </a:solidFill>
                <a:latin typeface="Rubik"/>
                <a:ea typeface="Rubik"/>
                <a:cs typeface="Rubik"/>
              </a:defRPr>
            </a:lvl2pPr>
            <a:lvl3pPr>
              <a:defRPr sz="2100" b="1">
                <a:solidFill>
                  <a:srgbClr val="FF4D5A"/>
                </a:solidFill>
                <a:latin typeface="Rubik"/>
                <a:ea typeface="Rubik"/>
                <a:cs typeface="Rubik"/>
              </a:defRPr>
            </a:lvl3pPr>
            <a:lvl4pPr>
              <a:defRPr sz="2100" b="1">
                <a:solidFill>
                  <a:srgbClr val="FF4D5A"/>
                </a:solidFill>
                <a:latin typeface="Rubik"/>
                <a:ea typeface="Rubik"/>
                <a:cs typeface="Rubik"/>
              </a:defRPr>
            </a:lvl4pPr>
            <a:lvl5pPr>
              <a:defRPr sz="2100" b="1">
                <a:solidFill>
                  <a:srgbClr val="FF4D5A"/>
                </a:solidFill>
                <a:latin typeface="Rubik"/>
                <a:ea typeface="Rubik"/>
                <a:cs typeface="Rubik"/>
              </a:defRPr>
            </a:lvl5pPr>
            <a:lvl6pPr>
              <a:defRPr sz="2100" b="1">
                <a:solidFill>
                  <a:srgbClr val="FF4D5A"/>
                </a:solidFill>
                <a:latin typeface="Rubik"/>
                <a:ea typeface="Rubik"/>
                <a:cs typeface="Rubik"/>
              </a:defRPr>
            </a:lvl6pPr>
            <a:lvl7pPr>
              <a:defRPr sz="2100" b="1">
                <a:solidFill>
                  <a:srgbClr val="FF4D5A"/>
                </a:solidFill>
                <a:latin typeface="Rubik"/>
                <a:ea typeface="Rubik"/>
                <a:cs typeface="Rubik"/>
              </a:defRPr>
            </a:lvl7pPr>
            <a:lvl8pPr>
              <a:defRPr sz="2100" b="1">
                <a:solidFill>
                  <a:srgbClr val="FF4D5A"/>
                </a:solidFill>
                <a:latin typeface="Rubik"/>
                <a:ea typeface="Rubik"/>
                <a:cs typeface="Rubik"/>
              </a:defRPr>
            </a:lvl8pPr>
            <a:lvl9pPr>
              <a:defRPr sz="2100" b="1">
                <a:solidFill>
                  <a:srgbClr val="FF4D5A"/>
                </a:solidFill>
                <a:latin typeface="Rubik"/>
                <a:ea typeface="Rubik"/>
                <a:cs typeface="Rubik"/>
              </a:defRPr>
            </a:lvl9pPr>
          </a:lstStyle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100" b="1">
                <a:solidFill>
                  <a:srgbClr val="FF4D5A"/>
                </a:solidFill>
                <a:latin typeface="Rubik"/>
                <a:ea typeface="Rubik"/>
                <a:cs typeface="Rubik"/>
              </a:defRPr>
            </a:pPr>
            <a:r>
              <a:rPr kumimoji="0" sz="2100" b="1" i="0" u="none" strike="noStrike" kern="1200" cap="none" spc="0" normalizeH="0" baseline="0" noProof="0">
                <a:ln>
                  <a:noFill/>
                </a:ln>
                <a:solidFill>
                  <a:srgbClr val="FF4D5A"/>
                </a:solidFill>
                <a:effectLst/>
                <a:uLnTx/>
                <a:uFillTx/>
                <a:latin typeface="Rubik"/>
                <a:ea typeface="Rubik"/>
                <a:cs typeface="Rubik"/>
              </a:rPr>
              <a:t>AGGIE BAJA CONTROLS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2C10FDC-8963-4598-9FBB-C9704D46F1E6}"/>
              </a:ext>
            </a:extLst>
          </p:cNvPr>
          <p:cNvSpPr>
            <a:spLocks noGrp="1"/>
          </p:cNvSpPr>
          <p:nvPr/>
        </p:nvSpPr>
        <p:spPr>
          <a:xfrm>
            <a:off x="809625" y="2333625"/>
            <a:ext cx="10572750" cy="1143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5700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defPPr>
            <a:lvl1pPr>
              <a:defRPr sz="5700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1pPr>
            <a:lvl2pPr>
              <a:defRPr sz="5700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2pPr>
            <a:lvl3pPr>
              <a:defRPr sz="5700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3pPr>
            <a:lvl4pPr>
              <a:defRPr sz="5700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4pPr>
            <a:lvl5pPr>
              <a:defRPr sz="5700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5pPr>
            <a:lvl6pPr>
              <a:defRPr sz="5700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6pPr>
            <a:lvl7pPr>
              <a:defRPr sz="5700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7pPr>
            <a:lvl8pPr>
              <a:defRPr sz="5700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8pPr>
            <a:lvl9pPr>
              <a:defRPr sz="5700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9pPr>
          </a:lstStyle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700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pPr>
            <a:r>
              <a:rPr kumimoji="0" sz="5700" b="1" i="0" u="none" strike="noStrike" kern="1200" cap="none" spc="0" normalizeH="0" baseline="0" noProof="0">
                <a:ln>
                  <a:noFill/>
                </a:ln>
                <a:solidFill>
                  <a:srgbClr val="F5F1EE"/>
                </a:solidFill>
                <a:effectLst/>
                <a:uLnTx/>
                <a:uFillTx/>
                <a:latin typeface="Oswald"/>
                <a:ea typeface="Oswald"/>
                <a:cs typeface="Oswald"/>
              </a:rPr>
              <a:t>CONCEPT PORTFOLIO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1085B56-9B12-41F3-BD9F-9E7A2E12B930}"/>
              </a:ext>
            </a:extLst>
          </p:cNvPr>
          <p:cNvSpPr>
            <a:spLocks noGrp="1"/>
          </p:cNvSpPr>
          <p:nvPr/>
        </p:nvSpPr>
        <p:spPr>
          <a:xfrm>
            <a:off x="809625" y="3743325"/>
            <a:ext cx="10096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defPPr>
            <a:lvl1pPr>
              <a:defRPr sz="202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1pPr>
            <a:lvl2pPr>
              <a:defRPr sz="202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2pPr>
            <a:lvl3pPr>
              <a:defRPr sz="202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3pPr>
            <a:lvl4pPr>
              <a:defRPr sz="202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4pPr>
            <a:lvl5pPr>
              <a:defRPr sz="202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5pPr>
            <a:lvl6pPr>
              <a:defRPr sz="202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6pPr>
            <a:lvl7pPr>
              <a:defRPr sz="202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7pPr>
            <a:lvl8pPr>
              <a:defRPr sz="202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8pPr>
            <a:lvl9pPr>
              <a:defRPr sz="202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9pPr>
          </a:lstStyle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02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pPr>
            <a:r>
              <a:rPr kumimoji="0" sz="2025" b="0" i="0" u="none" strike="noStrike" kern="1200" cap="none" spc="0" normalizeH="0" baseline="0" noProof="0">
                <a:ln>
                  <a:noFill/>
                </a:ln>
                <a:solidFill>
                  <a:srgbClr val="B9B0AE"/>
                </a:solidFill>
                <a:effectLst/>
                <a:uLnTx/>
                <a:uFillTx/>
                <a:latin typeface="Rubik"/>
                <a:ea typeface="Rubik"/>
                <a:cs typeface="Rubik"/>
              </a:rPr>
              <a:t>Utah State University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9DD3D28-13D1-4FC3-88D1-15B025C7248D}"/>
              </a:ext>
            </a:extLst>
          </p:cNvPr>
          <p:cNvSpPr>
            <a:spLocks noGrp="1"/>
          </p:cNvSpPr>
          <p:nvPr/>
        </p:nvSpPr>
        <p:spPr>
          <a:xfrm>
            <a:off x="809625" y="42862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defPPr>
            <a:lvl1pPr>
              <a:defRPr sz="18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1pPr>
            <a:lvl2pPr>
              <a:defRPr sz="18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2pPr>
            <a:lvl3pPr>
              <a:defRPr sz="18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3pPr>
            <a:lvl4pPr>
              <a:defRPr sz="18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4pPr>
            <a:lvl5pPr>
              <a:defRPr sz="18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5pPr>
            <a:lvl6pPr>
              <a:defRPr sz="18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6pPr>
            <a:lvl7pPr>
              <a:defRPr sz="18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7pPr>
            <a:lvl8pPr>
              <a:defRPr sz="18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8pPr>
            <a:lvl9pPr>
              <a:defRPr sz="18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9pPr>
          </a:lstStyle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pPr>
            <a:r>
              <a:rPr kumimoji="0" sz="1875" b="0" i="0" u="none" strike="noStrike" kern="1200" cap="none" spc="0" normalizeH="0" baseline="0" noProof="0">
                <a:ln>
                  <a:noFill/>
                </a:ln>
                <a:solidFill>
                  <a:srgbClr val="B9B0AE"/>
                </a:solidFill>
                <a:effectLst/>
                <a:uLnTx/>
                <a:uFillTx/>
                <a:latin typeface="Rubik"/>
                <a:ea typeface="Rubik"/>
                <a:cs typeface="Rubik"/>
              </a:rPr>
              <a:t>Steering, 4WD Engagement and Communications</a:t>
            </a:r>
          </a:p>
        </p:txBody>
      </p:sp>
    </p:spTree>
    <p:extLst>
      <p:ext uri="{BB962C8B-B14F-4D97-AF65-F5344CB8AC3E}">
        <p14:creationId xmlns:p14="http://schemas.microsoft.com/office/powerpoint/2010/main" val="10572988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5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D578A98E-BEAE-4093-B9BE-2784172DFF7C}"/>
              </a:ext>
            </a:extLst>
          </p:cNvPr>
          <p:cNvSpPr>
            <a:spLocks noGrp="1"/>
          </p:cNvSpPr>
          <p:nvPr/>
        </p:nvSpPr>
        <p:spPr>
          <a:xfrm>
            <a:off x="809625" y="809625"/>
            <a:ext cx="1057275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defPPr>
            <a:lvl1pPr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1pPr>
            <a:lvl2pPr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2pPr>
            <a:lvl3pPr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3pPr>
            <a:lvl4pPr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4pPr>
            <a:lvl5pPr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5pPr>
            <a:lvl6pPr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6pPr>
            <a:lvl7pPr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7pPr>
            <a:lvl8pPr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8pPr>
            <a:lvl9pPr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9pPr>
          </a:lstStyle>
          <a:p>
            <a:pPr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pPr>
            <a:r>
              <a:rPr sz="3375" b="1">
                <a:solidFill>
                  <a:srgbClr val="F5F1EE"/>
                </a:solidFill>
                <a:latin typeface="Oswald"/>
                <a:ea typeface="Oswald"/>
                <a:cs typeface="Oswald"/>
              </a:rPr>
              <a:t>FOUR RADIO COMMUNICATION OPTIONS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5530C7-7E49-438D-AA80-D57E0D0B102C}"/>
              </a:ext>
            </a:extLst>
          </p:cNvPr>
          <p:cNvSpPr>
            <a:spLocks noGrp="1"/>
          </p:cNvSpPr>
          <p:nvPr/>
        </p:nvSpPr>
        <p:spPr>
          <a:xfrm>
            <a:off x="809625" y="1466850"/>
            <a:ext cx="104775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defPPr>
            <a:lvl1pPr>
              <a:defRPr sz="15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1pPr>
            <a:lvl2pPr>
              <a:defRPr sz="15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2pPr>
            <a:lvl3pPr>
              <a:defRPr sz="15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3pPr>
            <a:lvl4pPr>
              <a:defRPr sz="15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4pPr>
            <a:lvl5pPr>
              <a:defRPr sz="15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5pPr>
            <a:lvl6pPr>
              <a:defRPr sz="15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6pPr>
            <a:lvl7pPr>
              <a:defRPr sz="15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7pPr>
            <a:lvl8pPr>
              <a:defRPr sz="15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8pPr>
            <a:lvl9pPr>
              <a:defRPr sz="15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defRPr sz="15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pPr>
            <a:r>
              <a:rPr sz="1575" b="0">
                <a:solidFill>
                  <a:srgbClr val="B9B0AE"/>
                </a:solidFill>
                <a:latin typeface="Rubik"/>
                <a:ea typeface="Rubik"/>
                <a:cs typeface="Rubik"/>
              </a:rPr>
              <a:t>Each concept connects the driver and pit crew using a different radio or headset setup.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3AB7869-CB90-43C2-93FE-F7BD0E226F6A}"/>
              </a:ext>
            </a:extLst>
          </p:cNvPr>
          <p:cNvSpPr>
            <a:spLocks noGrp="1"/>
          </p:cNvSpPr>
          <p:nvPr/>
        </p:nvSpPr>
        <p:spPr>
          <a:xfrm>
            <a:off x="809625" y="2143125"/>
            <a:ext cx="6191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defPPr>
            <a:lvl1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1pPr>
            <a:lvl2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2pPr>
            <a:lvl3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3pPr>
            <a:lvl4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4pPr>
            <a:lvl5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5pPr>
            <a:lvl6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6pPr>
            <a:lvl7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7pPr>
            <a:lvl8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8pPr>
            <a:lvl9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9pPr>
          </a:lstStyle>
          <a:p>
            <a: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pPr>
            <a:r>
              <a:rPr sz="3300" b="1">
                <a:solidFill>
                  <a:srgbClr val="FF4D5A"/>
                </a:solidFill>
                <a:latin typeface="Oswald"/>
                <a:ea typeface="Oswald"/>
                <a:cs typeface="Oswald"/>
              </a:rPr>
              <a:t>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11CB4FF-9487-4A52-B1F3-7DE060B7C71A}"/>
              </a:ext>
            </a:extLst>
          </p:cNvPr>
          <p:cNvSpPr>
            <a:spLocks noGrp="1"/>
          </p:cNvSpPr>
          <p:nvPr/>
        </p:nvSpPr>
        <p:spPr>
          <a:xfrm>
            <a:off x="1571625" y="2143125"/>
            <a:ext cx="3714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21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MURS RADIO KIT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7C9A5CE-E143-4643-8EE5-46F343DD7426}"/>
              </a:ext>
            </a:extLst>
          </p:cNvPr>
          <p:cNvSpPr>
            <a:spLocks noGrp="1"/>
          </p:cNvSpPr>
          <p:nvPr/>
        </p:nvSpPr>
        <p:spPr>
          <a:xfrm>
            <a:off x="5429250" y="2143125"/>
            <a:ext cx="5953125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650" b="0">
                <a:solidFill>
                  <a:srgbClr val="F5F1EE"/>
                </a:solidFill>
                <a:latin typeface="Rubik"/>
                <a:ea typeface="Rubik"/>
                <a:cs typeface="Rubik"/>
              </a:rPr>
              <a:t>BTECH MURS-V2 radios with a Rugged helmet kit and wheel push-to-talk button. An external antenna gives more flexibility in radio placement.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26363C-BA5A-4D52-B147-C3C9D6AD9659}"/>
              </a:ext>
            </a:extLst>
          </p:cNvPr>
          <p:cNvSpPr>
            <a:spLocks noGrp="1"/>
          </p:cNvSpPr>
          <p:nvPr/>
        </p:nvSpPr>
        <p:spPr>
          <a:xfrm>
            <a:off x="809625" y="3124200"/>
            <a:ext cx="6191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defPPr>
            <a:lvl1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1pPr>
            <a:lvl2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2pPr>
            <a:lvl3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3pPr>
            <a:lvl4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4pPr>
            <a:lvl5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5pPr>
            <a:lvl6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6pPr>
            <a:lvl7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7pPr>
            <a:lvl8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8pPr>
            <a:lvl9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9pPr>
          </a:lstStyle>
          <a:p>
            <a: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pPr>
            <a:r>
              <a:rPr sz="3300" b="1">
                <a:solidFill>
                  <a:srgbClr val="FF4D5A"/>
                </a:solidFill>
                <a:latin typeface="Oswald"/>
                <a:ea typeface="Oswald"/>
                <a:cs typeface="Oswald"/>
              </a:rPr>
              <a:t>B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889B85D-7366-4634-B61D-E6DDD6B38257}"/>
              </a:ext>
            </a:extLst>
          </p:cNvPr>
          <p:cNvSpPr>
            <a:spLocks noGrp="1"/>
          </p:cNvSpPr>
          <p:nvPr/>
        </p:nvSpPr>
        <p:spPr>
          <a:xfrm>
            <a:off x="1571625" y="3124200"/>
            <a:ext cx="3714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21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FRS RADIO KIT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B94DA6-BB10-438D-94D8-1DC94DCE41C7}"/>
              </a:ext>
            </a:extLst>
          </p:cNvPr>
          <p:cNvSpPr>
            <a:spLocks noGrp="1"/>
          </p:cNvSpPr>
          <p:nvPr/>
        </p:nvSpPr>
        <p:spPr>
          <a:xfrm>
            <a:off x="5429250" y="3124200"/>
            <a:ext cx="5953125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650" b="0">
                <a:solidFill>
                  <a:srgbClr val="F5F1EE"/>
                </a:solidFill>
                <a:latin typeface="Rubik"/>
                <a:ea typeface="Rubik"/>
                <a:cs typeface="Rubik"/>
              </a:rPr>
              <a:t>FRS radios with the same basic helmet-audio and push-to-talk setup. The fixed antenna makes the radio’s mounting location important.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3A6069-C12A-4C60-9077-C9A3C73E5C06}"/>
              </a:ext>
            </a:extLst>
          </p:cNvPr>
          <p:cNvSpPr>
            <a:spLocks noGrp="1"/>
          </p:cNvSpPr>
          <p:nvPr/>
        </p:nvSpPr>
        <p:spPr>
          <a:xfrm>
            <a:off x="809625" y="4105275"/>
            <a:ext cx="6191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defPPr>
            <a:lvl1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1pPr>
            <a:lvl2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2pPr>
            <a:lvl3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3pPr>
            <a:lvl4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4pPr>
            <a:lvl5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5pPr>
            <a:lvl6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6pPr>
            <a:lvl7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7pPr>
            <a:lvl8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8pPr>
            <a:lvl9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9pPr>
          </a:lstStyle>
          <a:p>
            <a: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pPr>
            <a:r>
              <a:rPr sz="3300" b="1">
                <a:solidFill>
                  <a:srgbClr val="FF4D5A"/>
                </a:solidFill>
                <a:latin typeface="Oswald"/>
                <a:ea typeface="Oswald"/>
                <a:cs typeface="Oswald"/>
              </a:rPr>
              <a:t>C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B7EDB0-B454-4CCD-A5DA-5A79D045CD13}"/>
              </a:ext>
            </a:extLst>
          </p:cNvPr>
          <p:cNvSpPr>
            <a:spLocks noGrp="1"/>
          </p:cNvSpPr>
          <p:nvPr/>
        </p:nvSpPr>
        <p:spPr>
          <a:xfrm>
            <a:off x="1571625" y="4105275"/>
            <a:ext cx="3714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21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BLUETOOTH MESH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C7C12C6-B27C-4CB3-B8CC-39821FB08F04}"/>
              </a:ext>
            </a:extLst>
          </p:cNvPr>
          <p:cNvSpPr>
            <a:spLocks noGrp="1"/>
          </p:cNvSpPr>
          <p:nvPr/>
        </p:nvSpPr>
        <p:spPr>
          <a:xfrm>
            <a:off x="5429250" y="4105275"/>
            <a:ext cx="5953125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650" b="0">
                <a:solidFill>
                  <a:srgbClr val="F5F1EE"/>
                </a:solidFill>
                <a:latin typeface="Rubik"/>
                <a:ea typeface="Rubik"/>
                <a:cs typeface="Rubik"/>
              </a:rPr>
              <a:t>Cardo Packtalk Outdoor units provide hands-free communication. No cable connects the driver to the car, but range and battery life need testing.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1728512-5FCC-41A6-8AF8-51B095758B0A}"/>
              </a:ext>
            </a:extLst>
          </p:cNvPr>
          <p:cNvSpPr>
            <a:spLocks noGrp="1"/>
          </p:cNvSpPr>
          <p:nvPr/>
        </p:nvSpPr>
        <p:spPr>
          <a:xfrm>
            <a:off x="809625" y="5086350"/>
            <a:ext cx="6191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defPPr>
            <a:lvl1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1pPr>
            <a:lvl2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2pPr>
            <a:lvl3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3pPr>
            <a:lvl4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4pPr>
            <a:lvl5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5pPr>
            <a:lvl6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6pPr>
            <a:lvl7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7pPr>
            <a:lvl8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8pPr>
            <a:lvl9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9pPr>
          </a:lstStyle>
          <a:p>
            <a: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pPr>
            <a:r>
              <a:rPr sz="3300" b="1">
                <a:solidFill>
                  <a:srgbClr val="FF4D5A"/>
                </a:solidFill>
                <a:latin typeface="Oswald"/>
                <a:ea typeface="Oswald"/>
                <a:cs typeface="Oswald"/>
              </a:rPr>
              <a:t>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B1D758-A31E-479B-8CA8-68DD3FC0188D}"/>
              </a:ext>
            </a:extLst>
          </p:cNvPr>
          <p:cNvSpPr>
            <a:spLocks noGrp="1"/>
          </p:cNvSpPr>
          <p:nvPr/>
        </p:nvSpPr>
        <p:spPr>
          <a:xfrm>
            <a:off x="1571625" y="5086350"/>
            <a:ext cx="3714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21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DEDICATED RACE RADIO KIT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C2A8DE3-80E4-4756-8BF2-2393DAE91DE3}"/>
              </a:ext>
            </a:extLst>
          </p:cNvPr>
          <p:cNvSpPr>
            <a:spLocks noGrp="1"/>
          </p:cNvSpPr>
          <p:nvPr/>
        </p:nvSpPr>
        <p:spPr>
          <a:xfrm>
            <a:off x="5429250" y="5086350"/>
            <a:ext cx="5953125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650" b="0">
                <a:solidFill>
                  <a:srgbClr val="F5F1EE"/>
                </a:solidFill>
                <a:latin typeface="Rubik"/>
                <a:ea typeface="Rubik"/>
                <a:cs typeface="Rubik"/>
              </a:rPr>
              <a:t>A matched Rugged driver-and-crew package combines radios, headsets and wiring. One supplier can simplify installation and compatibility checks.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66DEEA3-2532-4447-B37B-D2519A834898}"/>
              </a:ext>
            </a:extLst>
          </p:cNvPr>
          <p:cNvSpPr>
            <a:spLocks noGrp="1"/>
          </p:cNvSpPr>
          <p:nvPr/>
        </p:nvSpPr>
        <p:spPr>
          <a:xfrm>
            <a:off x="11049000" y="6276975"/>
            <a:ext cx="6191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350" b="0">
                <a:solidFill>
                  <a:srgbClr val="F5F1EE"/>
                </a:solidFill>
                <a:latin typeface="Rubik"/>
                <a:ea typeface="Rubik"/>
                <a:cs typeface="Rubik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820862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5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52273D0-3F34-416A-A17C-77CF6D652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2829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sz="3600" b="1" i="0" spc="50">
                <a:solidFill>
                  <a:srgbClr val="F5F1EE"/>
                </a:solidFill>
                <a:latin typeface="Oswald"/>
                <a:ea typeface="Oswald"/>
                <a:cs typeface="Oswald"/>
              </a:rPr>
              <a:t>MURS RADIO KIT</a:t>
            </a:r>
            <a:endParaRPr sz="36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965CC51-1B25-41B0-9780-3F758DD4B35E}"/>
              </a:ext>
            </a:extLst>
          </p:cNvPr>
          <p:cNvSpPr>
            <a:spLocks noGrp="1"/>
          </p:cNvSpPr>
          <p:nvPr/>
        </p:nvSpPr>
        <p:spPr>
          <a:xfrm>
            <a:off x="812800" y="1417290"/>
            <a:ext cx="10883392" cy="3098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sz="1600">
                <a:solidFill>
                  <a:srgbClr val="B9B0AE"/>
                </a:solidFill>
                <a:latin typeface="Rubik"/>
                <a:ea typeface="Rubik"/>
                <a:cs typeface="Rubik"/>
              </a:rPr>
              <a:t>MURS radios connect helmet audio to a pit headset, with a steering-wheel push-to-talk button.</a:t>
            </a:r>
            <a:endParaRPr sz="16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5FD7D46-A765-41E4-83DC-05BE315344DC}"/>
              </a:ext>
            </a:extLst>
          </p:cNvPr>
          <p:cNvSpPr>
            <a:spLocks noGrp="1"/>
          </p:cNvSpPr>
          <p:nvPr/>
        </p:nvSpPr>
        <p:spPr>
          <a:xfrm>
            <a:off x="965200" y="1803350"/>
            <a:ext cx="6932930" cy="3098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sz="1600" spc="150">
                <a:solidFill>
                  <a:srgbClr val="FF4D5A"/>
                </a:solidFill>
                <a:latin typeface="Oswald"/>
                <a:ea typeface="Oswald"/>
                <a:cs typeface="Oswald"/>
              </a:rPr>
              <a:t>IN THE CAR</a:t>
            </a:r>
            <a:endParaRPr sz="16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8B41AE2-CB8C-42B8-BB6C-FFC008DC1DAC}"/>
              </a:ext>
            </a:extLst>
          </p:cNvPr>
          <p:cNvSpPr>
            <a:spLocks noGrp="1"/>
          </p:cNvSpPr>
          <p:nvPr/>
        </p:nvSpPr>
        <p:spPr>
          <a:xfrm>
            <a:off x="965200" y="2108150"/>
            <a:ext cx="6731000" cy="19050"/>
          </a:xfrm>
          <a:prstGeom prst="rect">
            <a:avLst/>
          </a:prstGeom>
          <a:solidFill>
            <a:srgbClr val="3A3133"/>
          </a:solidFill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4B78CD9-307D-42B7-BE99-BBDBC991CCA5}"/>
              </a:ext>
            </a:extLst>
          </p:cNvPr>
          <p:cNvSpPr>
            <a:spLocks noGrp="1"/>
          </p:cNvSpPr>
          <p:nvPr/>
        </p:nvSpPr>
        <p:spPr>
          <a:xfrm>
            <a:off x="9474200" y="1803350"/>
            <a:ext cx="1701800" cy="3098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sz="1600" spc="150">
                <a:solidFill>
                  <a:srgbClr val="FF4D5A"/>
                </a:solidFill>
                <a:latin typeface="Oswald"/>
                <a:ea typeface="Oswald"/>
                <a:cs typeface="Oswald"/>
              </a:rPr>
              <a:t>IN THE PIT</a:t>
            </a:r>
            <a:endParaRPr sz="16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578335B-D84B-434B-B5C7-901514BC9228}"/>
              </a:ext>
            </a:extLst>
          </p:cNvPr>
          <p:cNvSpPr>
            <a:spLocks noGrp="1"/>
          </p:cNvSpPr>
          <p:nvPr/>
        </p:nvSpPr>
        <p:spPr>
          <a:xfrm>
            <a:off x="9474200" y="2108150"/>
            <a:ext cx="1651000" cy="19050"/>
          </a:xfrm>
          <a:prstGeom prst="rect">
            <a:avLst/>
          </a:prstGeom>
          <a:solidFill>
            <a:srgbClr val="3A3133"/>
          </a:solidFill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028E379-9171-4452-9D8A-2509FD0F60C0}"/>
              </a:ext>
            </a:extLst>
          </p:cNvPr>
          <p:cNvSpPr>
            <a:spLocks noGrp="1"/>
          </p:cNvSpPr>
          <p:nvPr/>
        </p:nvSpPr>
        <p:spPr>
          <a:xfrm>
            <a:off x="971550" y="2254200"/>
            <a:ext cx="1638300" cy="805061"/>
          </a:xfrm>
          <a:prstGeom prst="roundRect">
            <a:avLst>
              <a:gd name="adj" fmla="val 8676"/>
            </a:avLst>
          </a:prstGeom>
          <a:solidFill>
            <a:srgbClr val="241E20"/>
          </a:solidFill>
          <a:ln w="12700">
            <a:solidFill>
              <a:srgbClr val="3A3133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Helmet kit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Speakers + mic in the padding</a:t>
            </a:r>
            <a:endParaRPr sz="12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89D29A7-21C1-4493-BE72-4B0106F25097}"/>
              </a:ext>
            </a:extLst>
          </p:cNvPr>
          <p:cNvSpPr>
            <a:spLocks noGrp="1"/>
          </p:cNvSpPr>
          <p:nvPr/>
        </p:nvSpPr>
        <p:spPr>
          <a:xfrm>
            <a:off x="3511550" y="2254200"/>
            <a:ext cx="1638300" cy="591741"/>
          </a:xfrm>
          <a:prstGeom prst="roundRect">
            <a:avLst>
              <a:gd name="adj" fmla="val 11804"/>
            </a:avLst>
          </a:prstGeom>
          <a:solidFill>
            <a:srgbClr val="241E20"/>
          </a:solidFill>
          <a:ln w="12700">
            <a:solidFill>
              <a:srgbClr val="3A3133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Car harness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Rugged driver kit</a:t>
            </a:r>
            <a:endParaRPr sz="12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16D0E52A-6F9C-49D6-9D6A-5D079E8F6A06}"/>
              </a:ext>
            </a:extLst>
          </p:cNvPr>
          <p:cNvSpPr>
            <a:spLocks noGrp="1"/>
          </p:cNvSpPr>
          <p:nvPr/>
        </p:nvSpPr>
        <p:spPr>
          <a:xfrm>
            <a:off x="6051550" y="2254200"/>
            <a:ext cx="1638300" cy="805061"/>
          </a:xfrm>
          <a:prstGeom prst="roundRect">
            <a:avLst>
              <a:gd name="adj" fmla="val 8676"/>
            </a:avLst>
          </a:prstGeom>
          <a:solidFill>
            <a:srgbClr val="241E20"/>
          </a:solidFill>
          <a:ln w="12700">
            <a:solidFill>
              <a:srgbClr val="3A3133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Radio jumper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Kenwood 2-pin plug</a:t>
            </a:r>
            <a:endParaRPr sz="12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1905E5B5-A38B-4D9B-AC5F-1B4583C06B0E}"/>
              </a:ext>
            </a:extLst>
          </p:cNvPr>
          <p:cNvSpPr>
            <a:spLocks noGrp="1"/>
          </p:cNvSpPr>
          <p:nvPr/>
        </p:nvSpPr>
        <p:spPr>
          <a:xfrm>
            <a:off x="3511550" y="3651200"/>
            <a:ext cx="1638300" cy="591741"/>
          </a:xfrm>
          <a:prstGeom prst="roundRect">
            <a:avLst>
              <a:gd name="adj" fmla="val 11804"/>
            </a:avLst>
          </a:prstGeom>
          <a:solidFill>
            <a:srgbClr val="241E20"/>
          </a:solidFill>
          <a:ln w="12700">
            <a:solidFill>
              <a:srgbClr val="3A3133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PTT button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Velcro on the wheel</a:t>
            </a:r>
            <a:endParaRPr sz="12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01C3BDBE-AA22-4200-9CFF-814BF3EC721D}"/>
              </a:ext>
            </a:extLst>
          </p:cNvPr>
          <p:cNvSpPr>
            <a:spLocks noGrp="1"/>
          </p:cNvSpPr>
          <p:nvPr/>
        </p:nvSpPr>
        <p:spPr>
          <a:xfrm>
            <a:off x="6051550" y="3651200"/>
            <a:ext cx="1638300" cy="805061"/>
          </a:xfrm>
          <a:prstGeom prst="roundRect">
            <a:avLst>
              <a:gd name="adj" fmla="val 8676"/>
            </a:avLst>
          </a:prstGeom>
          <a:solidFill>
            <a:srgbClr val="241E20"/>
          </a:solidFill>
          <a:ln w="12700">
            <a:solidFill>
              <a:srgbClr val="FF4D5A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BTECH MURS-V2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Inside the frame, secured</a:t>
            </a:r>
            <a:endParaRPr sz="12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8F277EF1-A472-4C3F-B93A-F4FF0064CB27}"/>
              </a:ext>
            </a:extLst>
          </p:cNvPr>
          <p:cNvSpPr>
            <a:spLocks noGrp="1"/>
          </p:cNvSpPr>
          <p:nvPr/>
        </p:nvSpPr>
        <p:spPr>
          <a:xfrm>
            <a:off x="6051550" y="4921200"/>
            <a:ext cx="1638300" cy="1018381"/>
          </a:xfrm>
          <a:prstGeom prst="roundRect">
            <a:avLst>
              <a:gd name="adj" fmla="val 6859"/>
            </a:avLst>
          </a:prstGeom>
          <a:solidFill>
            <a:srgbClr val="241E20"/>
          </a:solidFill>
          <a:ln w="12700">
            <a:solidFill>
              <a:srgbClr val="3A3133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Cage antenna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Clear of transponder and RFID tag</a:t>
            </a:r>
            <a:endParaRPr sz="12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81B0873B-4B81-4D6A-8F80-E7DCD9140CD6}"/>
              </a:ext>
            </a:extLst>
          </p:cNvPr>
          <p:cNvSpPr>
            <a:spLocks noGrp="1"/>
          </p:cNvSpPr>
          <p:nvPr/>
        </p:nvSpPr>
        <p:spPr>
          <a:xfrm>
            <a:off x="9480550" y="3651200"/>
            <a:ext cx="1638300" cy="591741"/>
          </a:xfrm>
          <a:prstGeom prst="roundRect">
            <a:avLst>
              <a:gd name="adj" fmla="val 11804"/>
            </a:avLst>
          </a:prstGeom>
          <a:solidFill>
            <a:srgbClr val="241E20"/>
          </a:solidFill>
          <a:ln w="12700">
            <a:solidFill>
              <a:srgbClr val="3A3133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Crew headset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2-pin, with PTT</a:t>
            </a:r>
            <a:endParaRPr sz="120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2D344734-E7CA-4CFF-9B09-A2EAE6F0B13A}"/>
              </a:ext>
            </a:extLst>
          </p:cNvPr>
          <p:cNvSpPr>
            <a:spLocks noGrp="1"/>
          </p:cNvSpPr>
          <p:nvPr/>
        </p:nvSpPr>
        <p:spPr>
          <a:xfrm>
            <a:off x="9480550" y="4921200"/>
            <a:ext cx="1638300" cy="591741"/>
          </a:xfrm>
          <a:prstGeom prst="roundRect">
            <a:avLst>
              <a:gd name="adj" fmla="val 11804"/>
            </a:avLst>
          </a:prstGeom>
          <a:solidFill>
            <a:srgbClr val="241E20"/>
          </a:solidFill>
          <a:ln w="12700">
            <a:solidFill>
              <a:srgbClr val="FF4D5A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BTECH MURS-V2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Pit radio</a:t>
            </a:r>
            <a:endParaRPr sz="12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20BDA260-957A-4B65-9DEC-CC24DF14F78E}"/>
              </a:ext>
            </a:extLst>
          </p:cNvPr>
          <p:cNvSpPr>
            <a:spLocks noGrp="1"/>
          </p:cNvSpPr>
          <p:nvPr/>
        </p:nvSpPr>
        <p:spPr>
          <a:xfrm>
            <a:off x="971550" y="3651200"/>
            <a:ext cx="2273300" cy="1119981"/>
          </a:xfrm>
          <a:prstGeom prst="roundRect">
            <a:avLst>
              <a:gd name="adj" fmla="val 6237"/>
            </a:avLst>
          </a:prstGeom>
          <a:solidFill>
            <a:srgbClr val="121012"/>
          </a:solidFill>
          <a:ln w="12700">
            <a:solidFill>
              <a:srgbClr val="FF4D5A"/>
            </a:solidFill>
            <a:prstDash val="dash"/>
          </a:ln>
        </p:spPr>
        <p:txBody>
          <a:bodyPr wrap="square" lIns="138292" tIns="112892" rIns="79618" bIns="874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F4D5A"/>
                </a:solidFill>
                <a:latin typeface="Rubik"/>
                <a:ea typeface="Rubik"/>
                <a:cs typeface="Rubik"/>
              </a:rPr>
              <a:t>RULES COVERED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B9B0AE"/>
                </a:solidFill>
                <a:latin typeface="Rubik"/>
                <a:ea typeface="Rubik"/>
                <a:cs typeface="Rubik"/>
              </a:rPr>
              <a:t>Helmet B.5.1 · Egress Tech B.8.1 · Refuel D.8.3.7.2 · Battery B.10.1.1.7</a:t>
            </a:r>
            <a:endParaRPr sz="1200"/>
          </a:p>
        </p:txBody>
      </p:sp>
      <p:pic>
        <p:nvPicPr>
          <p:cNvPr id="17" name="Image 0">
            <a:extLst>
              <a:ext uri="{FF2B5EF4-FFF2-40B4-BE49-F238E27FC236}">
                <a16:creationId xmlns:a16="http://schemas.microsoft.com/office/drawing/2014/main" id="{F94972EF-9274-4D0C-9199-C46D2CB56C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565400" y="2609800"/>
            <a:ext cx="990600" cy="101600"/>
          </a:xfrm>
          <a:prstGeom prst="rect">
            <a:avLst/>
          </a:prstGeom>
        </p:spPr>
      </p:pic>
      <p:pic>
        <p:nvPicPr>
          <p:cNvPr id="18" name="Image 1">
            <a:extLst>
              <a:ext uri="{FF2B5EF4-FFF2-40B4-BE49-F238E27FC236}">
                <a16:creationId xmlns:a16="http://schemas.microsoft.com/office/drawing/2014/main" id="{B7BCC8C1-34AD-4D20-95FA-2C26429F6B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105400" y="2609800"/>
            <a:ext cx="990600" cy="101600"/>
          </a:xfrm>
          <a:prstGeom prst="rect">
            <a:avLst/>
          </a:prstGeom>
        </p:spPr>
      </p:pic>
      <p:pic>
        <p:nvPicPr>
          <p:cNvPr id="19" name="Image 2">
            <a:extLst>
              <a:ext uri="{FF2B5EF4-FFF2-40B4-BE49-F238E27FC236}">
                <a16:creationId xmlns:a16="http://schemas.microsoft.com/office/drawing/2014/main" id="{A6CF0E91-2AD9-4498-8048-FA4717F6421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279900" y="3022550"/>
            <a:ext cx="101600" cy="673100"/>
          </a:xfrm>
          <a:prstGeom prst="rect">
            <a:avLst/>
          </a:prstGeom>
        </p:spPr>
      </p:pic>
      <p:pic>
        <p:nvPicPr>
          <p:cNvPr id="20" name="Image 3">
            <a:extLst>
              <a:ext uri="{FF2B5EF4-FFF2-40B4-BE49-F238E27FC236}">
                <a16:creationId xmlns:a16="http://schemas.microsoft.com/office/drawing/2014/main" id="{93AB7F25-72FB-4EC0-9DD3-70B0D27C738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819900" y="3022550"/>
            <a:ext cx="101600" cy="673100"/>
          </a:xfrm>
          <a:prstGeom prst="rect">
            <a:avLst/>
          </a:prstGeom>
        </p:spPr>
      </p:pic>
      <p:pic>
        <p:nvPicPr>
          <p:cNvPr id="21" name="Image 4">
            <a:extLst>
              <a:ext uri="{FF2B5EF4-FFF2-40B4-BE49-F238E27FC236}">
                <a16:creationId xmlns:a16="http://schemas.microsoft.com/office/drawing/2014/main" id="{0701B3CA-3242-4104-9B1B-7EF96564822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819900" y="4419550"/>
            <a:ext cx="101600" cy="546100"/>
          </a:xfrm>
          <a:prstGeom prst="rect">
            <a:avLst/>
          </a:prstGeom>
        </p:spPr>
      </p:pic>
      <p:pic>
        <p:nvPicPr>
          <p:cNvPr id="22" name="Image 5">
            <a:extLst>
              <a:ext uri="{FF2B5EF4-FFF2-40B4-BE49-F238E27FC236}">
                <a16:creationId xmlns:a16="http://schemas.microsoft.com/office/drawing/2014/main" id="{01CAD3D8-E5F5-4CE3-9727-9D29A5B91CD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248900" y="4419550"/>
            <a:ext cx="101600" cy="546100"/>
          </a:xfrm>
          <a:prstGeom prst="rect">
            <a:avLst/>
          </a:prstGeom>
        </p:spPr>
      </p:pic>
      <p:pic>
        <p:nvPicPr>
          <p:cNvPr id="23" name="Image 6">
            <a:extLst>
              <a:ext uri="{FF2B5EF4-FFF2-40B4-BE49-F238E27FC236}">
                <a16:creationId xmlns:a16="http://schemas.microsoft.com/office/drawing/2014/main" id="{800A6A57-9BBB-44DE-8B8A-E3DF8A60479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632700" y="5264100"/>
            <a:ext cx="1905000" cy="127000"/>
          </a:xfrm>
          <a:prstGeom prst="rect">
            <a:avLst/>
          </a:prstGeom>
        </p:spPr>
      </p:pic>
      <p:sp>
        <p:nvSpPr>
          <p:cNvPr id="24" name="Text 15">
            <a:extLst>
              <a:ext uri="{FF2B5EF4-FFF2-40B4-BE49-F238E27FC236}">
                <a16:creationId xmlns:a16="http://schemas.microsoft.com/office/drawing/2014/main" id="{95A52A7A-1639-4696-B16C-2A17ADF0B032}"/>
              </a:ext>
            </a:extLst>
          </p:cNvPr>
          <p:cNvSpPr>
            <a:spLocks noGrp="1"/>
          </p:cNvSpPr>
          <p:nvPr/>
        </p:nvSpPr>
        <p:spPr>
          <a:xfrm>
            <a:off x="2641600" y="2711400"/>
            <a:ext cx="838200" cy="66536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sz="1200">
                <a:solidFill>
                  <a:srgbClr val="B9B0AE"/>
                </a:solidFill>
                <a:latin typeface="Rubik"/>
                <a:ea typeface="Rubik"/>
                <a:cs typeface="Rubik"/>
              </a:rPr>
              <a:t>Quick release cord</a:t>
            </a:r>
            <a:endParaRPr sz="1200"/>
          </a:p>
        </p:txBody>
      </p:sp>
      <p:sp>
        <p:nvSpPr>
          <p:cNvPr id="25" name="Text 16">
            <a:extLst>
              <a:ext uri="{FF2B5EF4-FFF2-40B4-BE49-F238E27FC236}">
                <a16:creationId xmlns:a16="http://schemas.microsoft.com/office/drawing/2014/main" id="{3A8FD434-F581-416C-8F77-C5855890804E}"/>
              </a:ext>
            </a:extLst>
          </p:cNvPr>
          <p:cNvSpPr>
            <a:spLocks noGrp="1"/>
          </p:cNvSpPr>
          <p:nvPr/>
        </p:nvSpPr>
        <p:spPr>
          <a:xfrm>
            <a:off x="6972300" y="4584650"/>
            <a:ext cx="812800" cy="2387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B9B0AE"/>
                </a:solidFill>
                <a:latin typeface="Rubik"/>
                <a:ea typeface="Rubik"/>
                <a:cs typeface="Rubik"/>
              </a:rPr>
              <a:t>SMA coax</a:t>
            </a:r>
            <a:endParaRPr sz="1200"/>
          </a:p>
        </p:txBody>
      </p:sp>
      <p:sp>
        <p:nvSpPr>
          <p:cNvPr id="26" name="Text 17">
            <a:extLst>
              <a:ext uri="{FF2B5EF4-FFF2-40B4-BE49-F238E27FC236}">
                <a16:creationId xmlns:a16="http://schemas.microsoft.com/office/drawing/2014/main" id="{4ABE7B64-F34A-4DC6-834C-21D646BD3892}"/>
              </a:ext>
            </a:extLst>
          </p:cNvPr>
          <p:cNvSpPr>
            <a:spLocks noGrp="1"/>
          </p:cNvSpPr>
          <p:nvPr/>
        </p:nvSpPr>
        <p:spPr>
          <a:xfrm>
            <a:off x="7772400" y="4629100"/>
            <a:ext cx="1625600" cy="66536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sz="1200">
                <a:solidFill>
                  <a:srgbClr val="FF4D5A"/>
                </a:solidFill>
                <a:latin typeface="Rubik"/>
                <a:ea typeface="Rubik"/>
                <a:cs typeface="Rubik"/>
              </a:rPr>
              <a:t>MURS link · 2 W</a:t>
            </a:r>
            <a:endParaRPr sz="1200"/>
          </a:p>
          <a:p>
            <a:pPr marL="0" indent="0" algn="ctr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Est. 1.6–8 km</a:t>
            </a:r>
            <a:endParaRPr sz="1200"/>
          </a:p>
          <a:p>
            <a:pPr marL="0" indent="0" algn="ctr">
              <a:lnSpc>
                <a:spcPts val="1680"/>
              </a:lnSpc>
              <a:buNone/>
            </a:pPr>
            <a:r>
              <a:rPr sz="1200">
                <a:solidFill>
                  <a:srgbClr val="FF4D5A"/>
                </a:solidFill>
                <a:latin typeface="Rubik"/>
                <a:ea typeface="Rubik"/>
                <a:cs typeface="Rubik"/>
              </a:rPr>
              <a:t>(1–5 mi)</a:t>
            </a:r>
            <a:endParaRPr sz="1200"/>
          </a:p>
        </p:txBody>
      </p:sp>
      <p:sp>
        <p:nvSpPr>
          <p:cNvPr id="27" name="Text 18">
            <a:extLst>
              <a:ext uri="{FF2B5EF4-FFF2-40B4-BE49-F238E27FC236}">
                <a16:creationId xmlns:a16="http://schemas.microsoft.com/office/drawing/2014/main" id="{DAEF84E8-AA1A-4B97-B1D7-AB8BB2F1205B}"/>
              </a:ext>
            </a:extLst>
          </p:cNvPr>
          <p:cNvSpPr>
            <a:spLocks noGrp="1"/>
          </p:cNvSpPr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sz="1200">
                <a:solidFill>
                  <a:srgbClr val="B9B0AE"/>
                </a:solidFill>
                <a:latin typeface="Rubik"/>
                <a:ea typeface="Rubik"/>
                <a:cs typeface="Rubik"/>
              </a:rPr>
              <a:t>01</a:t>
            </a:r>
            <a:endParaRPr sz="120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D2B2DD0-9DC3-4A74-9D2B-3AD8BD412DB7}"/>
              </a:ext>
            </a:extLst>
          </p:cNvPr>
          <p:cNvSpPr>
            <a:spLocks noGrp="1"/>
          </p:cNvSpPr>
          <p:nvPr/>
        </p:nvSpPr>
        <p:spPr>
          <a:xfrm>
            <a:off x="809625" y="6267450"/>
            <a:ext cx="10191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defPPr>
            <a:lvl1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1pPr>
            <a:lvl2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2pPr>
            <a:lvl3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3pPr>
            <a:lvl4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4pPr>
            <a:lvl5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5pPr>
            <a:lvl6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6pPr>
            <a:lvl7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7pPr>
            <a:lvl8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8pPr>
            <a:lvl9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pPr>
            <a:r>
              <a:rPr sz="1275" b="0" dirty="0">
                <a:solidFill>
                  <a:srgbClr val="B9B0AE"/>
                </a:solidFill>
                <a:latin typeface="Rubik"/>
                <a:ea typeface="Rubik"/>
                <a:cs typeface="Rubik"/>
              </a:rPr>
              <a:t>An external antenna allows flexible placement. Replaceable batteries simplify servicing. Verify range and engine-noise clarity.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457F022-921E-4A1F-BDBA-31F48899CF93}"/>
              </a:ext>
            </a:extLst>
          </p:cNvPr>
          <p:cNvSpPr>
            <a:spLocks noGrp="1"/>
          </p:cNvSpPr>
          <p:nvPr/>
        </p:nvSpPr>
        <p:spPr>
          <a:xfrm>
            <a:off x="11049000" y="6276975"/>
            <a:ext cx="6191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350" b="0">
                <a:solidFill>
                  <a:srgbClr val="F5F1EE"/>
                </a:solidFill>
                <a:latin typeface="Rubik"/>
                <a:ea typeface="Rubik"/>
                <a:cs typeface="Rubik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120023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5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AE9A920-3984-EF73-4D6D-6445A6E8B7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2829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sz="3600" b="1" i="0" spc="50">
                <a:solidFill>
                  <a:srgbClr val="F5F1EE"/>
                </a:solidFill>
                <a:latin typeface="Oswald"/>
                <a:ea typeface="Oswald"/>
                <a:cs typeface="Oswald"/>
              </a:rPr>
              <a:t>FRS RADIO KIT</a:t>
            </a:r>
            <a:endParaRPr sz="36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1EF7052-E699-8D8A-8910-0F1D4440C08D}"/>
              </a:ext>
            </a:extLst>
          </p:cNvPr>
          <p:cNvSpPr>
            <a:spLocks noGrp="1"/>
          </p:cNvSpPr>
          <p:nvPr/>
        </p:nvSpPr>
        <p:spPr>
          <a:xfrm>
            <a:off x="812800" y="1417290"/>
            <a:ext cx="10883392" cy="3098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sz="1600">
                <a:solidFill>
                  <a:srgbClr val="B9B0AE"/>
                </a:solidFill>
                <a:latin typeface="Rubik"/>
                <a:ea typeface="Rubik"/>
                <a:cs typeface="Rubik"/>
              </a:rPr>
              <a:t>Compact FRS radios use the same driver headset and push-to-talk arrangement as the MURS option.</a:t>
            </a:r>
            <a:endParaRPr sz="16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63ED396-4596-1DC7-DD81-38EEF8A5C152}"/>
              </a:ext>
            </a:extLst>
          </p:cNvPr>
          <p:cNvSpPr>
            <a:spLocks noGrp="1"/>
          </p:cNvSpPr>
          <p:nvPr/>
        </p:nvSpPr>
        <p:spPr>
          <a:xfrm>
            <a:off x="965200" y="1803350"/>
            <a:ext cx="6932930" cy="3098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sz="1600" spc="150">
                <a:solidFill>
                  <a:srgbClr val="FF4D5A"/>
                </a:solidFill>
                <a:latin typeface="Oswald"/>
                <a:ea typeface="Oswald"/>
                <a:cs typeface="Oswald"/>
              </a:rPr>
              <a:t>IN THE CAR</a:t>
            </a:r>
            <a:endParaRPr sz="16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BD4A581-3B82-6BB7-3C9D-0C2677B60257}"/>
              </a:ext>
            </a:extLst>
          </p:cNvPr>
          <p:cNvSpPr>
            <a:spLocks noGrp="1"/>
          </p:cNvSpPr>
          <p:nvPr/>
        </p:nvSpPr>
        <p:spPr>
          <a:xfrm>
            <a:off x="965200" y="2108150"/>
            <a:ext cx="6731000" cy="19050"/>
          </a:xfrm>
          <a:prstGeom prst="rect">
            <a:avLst/>
          </a:prstGeom>
          <a:solidFill>
            <a:srgbClr val="3A3133"/>
          </a:solidFill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BFE5852-6032-0543-E3C6-F2DD9326CA8C}"/>
              </a:ext>
            </a:extLst>
          </p:cNvPr>
          <p:cNvSpPr>
            <a:spLocks noGrp="1"/>
          </p:cNvSpPr>
          <p:nvPr/>
        </p:nvSpPr>
        <p:spPr>
          <a:xfrm>
            <a:off x="9474200" y="1803350"/>
            <a:ext cx="1701800" cy="3098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sz="1600" spc="150">
                <a:solidFill>
                  <a:srgbClr val="FF4D5A"/>
                </a:solidFill>
                <a:latin typeface="Oswald"/>
                <a:ea typeface="Oswald"/>
                <a:cs typeface="Oswald"/>
              </a:rPr>
              <a:t>IN THE PIT</a:t>
            </a:r>
            <a:endParaRPr sz="16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5268DDDA-B62C-75F7-4CD8-9F380F6EA289}"/>
              </a:ext>
            </a:extLst>
          </p:cNvPr>
          <p:cNvSpPr>
            <a:spLocks noGrp="1"/>
          </p:cNvSpPr>
          <p:nvPr/>
        </p:nvSpPr>
        <p:spPr>
          <a:xfrm>
            <a:off x="9474200" y="2108150"/>
            <a:ext cx="1651000" cy="19050"/>
          </a:xfrm>
          <a:prstGeom prst="rect">
            <a:avLst/>
          </a:prstGeom>
          <a:solidFill>
            <a:srgbClr val="3A3133"/>
          </a:solidFill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0D76DDB-1E65-3967-41C8-942A03E97D96}"/>
              </a:ext>
            </a:extLst>
          </p:cNvPr>
          <p:cNvSpPr>
            <a:spLocks noGrp="1"/>
          </p:cNvSpPr>
          <p:nvPr/>
        </p:nvSpPr>
        <p:spPr>
          <a:xfrm>
            <a:off x="971550" y="2254200"/>
            <a:ext cx="1638300" cy="805061"/>
          </a:xfrm>
          <a:prstGeom prst="roundRect">
            <a:avLst>
              <a:gd name="adj" fmla="val 8676"/>
            </a:avLst>
          </a:prstGeom>
          <a:solidFill>
            <a:srgbClr val="241E20"/>
          </a:solidFill>
          <a:ln w="12700">
            <a:solidFill>
              <a:srgbClr val="3A3133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Helmet kit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Speakers + mic in the padding</a:t>
            </a:r>
            <a:endParaRPr sz="12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87B65E8-C33F-1C3B-A227-9F9BC8CC80AE}"/>
              </a:ext>
            </a:extLst>
          </p:cNvPr>
          <p:cNvSpPr>
            <a:spLocks noGrp="1"/>
          </p:cNvSpPr>
          <p:nvPr/>
        </p:nvSpPr>
        <p:spPr>
          <a:xfrm>
            <a:off x="3511550" y="2254200"/>
            <a:ext cx="1638300" cy="591741"/>
          </a:xfrm>
          <a:prstGeom prst="roundRect">
            <a:avLst>
              <a:gd name="adj" fmla="val 11804"/>
            </a:avLst>
          </a:prstGeom>
          <a:solidFill>
            <a:srgbClr val="241E20"/>
          </a:solidFill>
          <a:ln w="12700">
            <a:solidFill>
              <a:srgbClr val="3A3133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Car harness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Rugged driver kit</a:t>
            </a:r>
            <a:endParaRPr sz="12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86B820D-D2F0-BA90-ABB3-0CD3F90578C0}"/>
              </a:ext>
            </a:extLst>
          </p:cNvPr>
          <p:cNvSpPr>
            <a:spLocks noGrp="1"/>
          </p:cNvSpPr>
          <p:nvPr/>
        </p:nvSpPr>
        <p:spPr>
          <a:xfrm>
            <a:off x="6051550" y="2254200"/>
            <a:ext cx="1638300" cy="805061"/>
          </a:xfrm>
          <a:prstGeom prst="roundRect">
            <a:avLst>
              <a:gd name="adj" fmla="val 8676"/>
            </a:avLst>
          </a:prstGeom>
          <a:solidFill>
            <a:srgbClr val="241E20"/>
          </a:solidFill>
          <a:ln w="12700">
            <a:solidFill>
              <a:srgbClr val="3A3133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Radio jumper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Kenwood 2-pin plug</a:t>
            </a:r>
            <a:endParaRPr sz="12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4D541D72-C350-228D-A9B1-9A252309EF2D}"/>
              </a:ext>
            </a:extLst>
          </p:cNvPr>
          <p:cNvSpPr>
            <a:spLocks noGrp="1"/>
          </p:cNvSpPr>
          <p:nvPr/>
        </p:nvSpPr>
        <p:spPr>
          <a:xfrm>
            <a:off x="3511550" y="3651200"/>
            <a:ext cx="1638300" cy="591741"/>
          </a:xfrm>
          <a:prstGeom prst="roundRect">
            <a:avLst>
              <a:gd name="adj" fmla="val 11804"/>
            </a:avLst>
          </a:prstGeom>
          <a:solidFill>
            <a:srgbClr val="241E20"/>
          </a:solidFill>
          <a:ln w="12700">
            <a:solidFill>
              <a:srgbClr val="3A3133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PTT button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Velcro on the wheel</a:t>
            </a:r>
            <a:endParaRPr sz="12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15134687-DF79-DA2C-017A-0F7926621660}"/>
              </a:ext>
            </a:extLst>
          </p:cNvPr>
          <p:cNvSpPr>
            <a:spLocks noGrp="1"/>
          </p:cNvSpPr>
          <p:nvPr/>
        </p:nvSpPr>
        <p:spPr>
          <a:xfrm>
            <a:off x="6051550" y="3651200"/>
            <a:ext cx="1638300" cy="805061"/>
          </a:xfrm>
          <a:prstGeom prst="roundRect">
            <a:avLst>
              <a:gd name="adj" fmla="val 8676"/>
            </a:avLst>
          </a:prstGeom>
          <a:solidFill>
            <a:srgbClr val="241E20"/>
          </a:solidFill>
          <a:ln w="12700">
            <a:solidFill>
              <a:srgbClr val="FF4D5A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BTECH FRS radio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Mounted high, clear view</a:t>
            </a:r>
            <a:endParaRPr sz="12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930B654E-C220-C9A6-893E-D2049C531AAF}"/>
              </a:ext>
            </a:extLst>
          </p:cNvPr>
          <p:cNvSpPr>
            <a:spLocks noGrp="1"/>
          </p:cNvSpPr>
          <p:nvPr/>
        </p:nvSpPr>
        <p:spPr>
          <a:xfrm>
            <a:off x="9480550" y="3651200"/>
            <a:ext cx="1638300" cy="805061"/>
          </a:xfrm>
          <a:prstGeom prst="roundRect">
            <a:avLst>
              <a:gd name="adj" fmla="val 11804"/>
            </a:avLst>
          </a:prstGeom>
          <a:solidFill>
            <a:srgbClr val="241E20"/>
          </a:solidFill>
          <a:ln w="12700">
            <a:solidFill>
              <a:srgbClr val="FF4D5A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BTECH FRS radio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Pit radio</a:t>
            </a:r>
            <a:endParaRPr sz="120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A5E2BBB-8045-B0E0-9E8E-E980E946E2D3}"/>
              </a:ext>
            </a:extLst>
          </p:cNvPr>
          <p:cNvSpPr>
            <a:spLocks noGrp="1"/>
          </p:cNvSpPr>
          <p:nvPr/>
        </p:nvSpPr>
        <p:spPr>
          <a:xfrm>
            <a:off x="9480550" y="4921200"/>
            <a:ext cx="1638300" cy="805061"/>
          </a:xfrm>
          <a:prstGeom prst="roundRect">
            <a:avLst>
              <a:gd name="adj" fmla="val 11804"/>
            </a:avLst>
          </a:prstGeom>
          <a:solidFill>
            <a:srgbClr val="241E20"/>
          </a:solidFill>
          <a:ln w="12700">
            <a:solidFill>
              <a:srgbClr val="3A3133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Crew headset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2-pin, with PTT</a:t>
            </a:r>
            <a:endParaRPr sz="12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6F03D718-3F1E-B48E-67D9-AF1C53C81920}"/>
              </a:ext>
            </a:extLst>
          </p:cNvPr>
          <p:cNvSpPr>
            <a:spLocks noGrp="1"/>
          </p:cNvSpPr>
          <p:nvPr/>
        </p:nvSpPr>
        <p:spPr>
          <a:xfrm>
            <a:off x="971550" y="3651200"/>
            <a:ext cx="2273300" cy="1119981"/>
          </a:xfrm>
          <a:prstGeom prst="roundRect">
            <a:avLst>
              <a:gd name="adj" fmla="val 6237"/>
            </a:avLst>
          </a:prstGeom>
          <a:solidFill>
            <a:srgbClr val="121012"/>
          </a:solidFill>
          <a:ln w="12700">
            <a:solidFill>
              <a:srgbClr val="FF4D5A"/>
            </a:solidFill>
            <a:prstDash val="dash"/>
          </a:ln>
        </p:spPr>
        <p:txBody>
          <a:bodyPr wrap="square" lIns="138292" tIns="112892" rIns="79618" bIns="874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F4D5A"/>
                </a:solidFill>
                <a:latin typeface="Rubik"/>
                <a:ea typeface="Rubik"/>
                <a:cs typeface="Rubik"/>
              </a:rPr>
              <a:t>RULES COVERED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B9B0AE"/>
                </a:solidFill>
                <a:latin typeface="Rubik"/>
                <a:ea typeface="Rubik"/>
                <a:cs typeface="Rubik"/>
              </a:rPr>
              <a:t>Helmet B.5.1 · Egress Tech B.8.1 · Refuel D.8.3.7.2 · Battery B.10.1.1.7</a:t>
            </a:r>
            <a:endParaRPr sz="1200"/>
          </a:p>
        </p:txBody>
      </p:sp>
      <p:pic>
        <p:nvPicPr>
          <p:cNvPr id="17" name="Image 0">
            <a:extLst>
              <a:ext uri="{FF2B5EF4-FFF2-40B4-BE49-F238E27FC236}">
                <a16:creationId xmlns:a16="http://schemas.microsoft.com/office/drawing/2014/main" id="{7132F84F-ACFC-4246-9EE0-54F47AEC61A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565400" y="2609800"/>
            <a:ext cx="990600" cy="101600"/>
          </a:xfrm>
          <a:prstGeom prst="rect">
            <a:avLst/>
          </a:prstGeom>
        </p:spPr>
      </p:pic>
      <p:pic>
        <p:nvPicPr>
          <p:cNvPr id="18" name="Image 1">
            <a:extLst>
              <a:ext uri="{FF2B5EF4-FFF2-40B4-BE49-F238E27FC236}">
                <a16:creationId xmlns:a16="http://schemas.microsoft.com/office/drawing/2014/main" id="{029FB933-43C0-4C9C-8276-ADCA8EF3549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105400" y="2609800"/>
            <a:ext cx="990600" cy="101600"/>
          </a:xfrm>
          <a:prstGeom prst="rect">
            <a:avLst/>
          </a:prstGeom>
        </p:spPr>
      </p:pic>
      <p:pic>
        <p:nvPicPr>
          <p:cNvPr id="19" name="Image 2">
            <a:extLst>
              <a:ext uri="{FF2B5EF4-FFF2-40B4-BE49-F238E27FC236}">
                <a16:creationId xmlns:a16="http://schemas.microsoft.com/office/drawing/2014/main" id="{2496A399-01C4-4956-BEE6-F8CB9E2284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279900" y="3022550"/>
            <a:ext cx="101600" cy="673100"/>
          </a:xfrm>
          <a:prstGeom prst="rect">
            <a:avLst/>
          </a:prstGeom>
        </p:spPr>
      </p:pic>
      <p:pic>
        <p:nvPicPr>
          <p:cNvPr id="20" name="Image 3">
            <a:extLst>
              <a:ext uri="{FF2B5EF4-FFF2-40B4-BE49-F238E27FC236}">
                <a16:creationId xmlns:a16="http://schemas.microsoft.com/office/drawing/2014/main" id="{EC5D32A5-AFCF-4704-9534-E30D89519F1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819900" y="3022550"/>
            <a:ext cx="101600" cy="673100"/>
          </a:xfrm>
          <a:prstGeom prst="rect">
            <a:avLst/>
          </a:prstGeom>
        </p:spPr>
      </p:pic>
      <p:pic>
        <p:nvPicPr>
          <p:cNvPr id="22" name="Image 5">
            <a:extLst>
              <a:ext uri="{FF2B5EF4-FFF2-40B4-BE49-F238E27FC236}">
                <a16:creationId xmlns:a16="http://schemas.microsoft.com/office/drawing/2014/main" id="{4562BBA0-850D-4B21-A185-C7C3D3585A6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248900" y="4419550"/>
            <a:ext cx="101600" cy="546100"/>
          </a:xfrm>
          <a:prstGeom prst="rect">
            <a:avLst/>
          </a:prstGeom>
        </p:spPr>
      </p:pic>
      <p:pic>
        <p:nvPicPr>
          <p:cNvPr id="23" name="Image 6">
            <a:extLst>
              <a:ext uri="{FF2B5EF4-FFF2-40B4-BE49-F238E27FC236}">
                <a16:creationId xmlns:a16="http://schemas.microsoft.com/office/drawing/2014/main" id="{EF17BC9B-C58F-42A0-A015-16BAEB436C1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632700" y="3886200"/>
            <a:ext cx="1905000" cy="127000"/>
          </a:xfrm>
          <a:prstGeom prst="rect">
            <a:avLst/>
          </a:prstGeom>
        </p:spPr>
      </p:pic>
      <p:sp>
        <p:nvSpPr>
          <p:cNvPr id="24" name="Text 15">
            <a:extLst>
              <a:ext uri="{FF2B5EF4-FFF2-40B4-BE49-F238E27FC236}">
                <a16:creationId xmlns:a16="http://schemas.microsoft.com/office/drawing/2014/main" id="{E59C4E7B-2928-276D-A88C-D997B1DBDD93}"/>
              </a:ext>
            </a:extLst>
          </p:cNvPr>
          <p:cNvSpPr>
            <a:spLocks noGrp="1"/>
          </p:cNvSpPr>
          <p:nvPr/>
        </p:nvSpPr>
        <p:spPr>
          <a:xfrm>
            <a:off x="2641600" y="2711400"/>
            <a:ext cx="838200" cy="66536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sz="1200">
                <a:solidFill>
                  <a:srgbClr val="B9B0AE"/>
                </a:solidFill>
                <a:latin typeface="Rubik"/>
                <a:ea typeface="Rubik"/>
                <a:cs typeface="Rubik"/>
              </a:rPr>
              <a:t>Quick release cord</a:t>
            </a:r>
            <a:endParaRPr sz="1200"/>
          </a:p>
        </p:txBody>
      </p:sp>
      <p:sp>
        <p:nvSpPr>
          <p:cNvPr id="26" name="Text 17">
            <a:extLst>
              <a:ext uri="{FF2B5EF4-FFF2-40B4-BE49-F238E27FC236}">
                <a16:creationId xmlns:a16="http://schemas.microsoft.com/office/drawing/2014/main" id="{8354C72B-83A7-4421-5185-ACCA0CECB273}"/>
              </a:ext>
            </a:extLst>
          </p:cNvPr>
          <p:cNvSpPr>
            <a:spLocks noGrp="1"/>
          </p:cNvSpPr>
          <p:nvPr/>
        </p:nvSpPr>
        <p:spPr>
          <a:xfrm>
            <a:off x="7772400" y="3190875"/>
            <a:ext cx="1625600" cy="66536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sz="1200">
                <a:solidFill>
                  <a:srgbClr val="FF4D5A"/>
                </a:solidFill>
                <a:latin typeface="Rubik"/>
                <a:ea typeface="Rubik"/>
                <a:cs typeface="Rubik"/>
              </a:rPr>
              <a:t>FRS link · 2 W</a:t>
            </a:r>
            <a:endParaRPr sz="1200"/>
          </a:p>
          <a:p>
            <a:pPr marL="0" indent="0" algn="ctr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Est. 2.4–4.8 km</a:t>
            </a:r>
            <a:endParaRPr sz="1200"/>
          </a:p>
          <a:p>
            <a:pPr marL="0" indent="0" algn="ctr">
              <a:lnSpc>
                <a:spcPts val="1680"/>
              </a:lnSpc>
              <a:buNone/>
            </a:pPr>
            <a:r>
              <a:rPr sz="1200">
                <a:solidFill>
                  <a:srgbClr val="FF4D5A"/>
                </a:solidFill>
                <a:latin typeface="Rubik"/>
                <a:ea typeface="Rubik"/>
                <a:cs typeface="Rubik"/>
              </a:rPr>
              <a:t>(1.5–3 mi)</a:t>
            </a:r>
            <a:endParaRPr sz="1200"/>
          </a:p>
        </p:txBody>
      </p:sp>
      <p:sp>
        <p:nvSpPr>
          <p:cNvPr id="27" name="Text 18">
            <a:extLst>
              <a:ext uri="{FF2B5EF4-FFF2-40B4-BE49-F238E27FC236}">
                <a16:creationId xmlns:a16="http://schemas.microsoft.com/office/drawing/2014/main" id="{10F1C8F7-BDF8-BDB6-8E4F-C24FCA152059}"/>
              </a:ext>
            </a:extLst>
          </p:cNvPr>
          <p:cNvSpPr>
            <a:spLocks noGrp="1"/>
          </p:cNvSpPr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sz="1200">
                <a:solidFill>
                  <a:srgbClr val="B9B0AE"/>
                </a:solidFill>
                <a:latin typeface="Rubik"/>
                <a:ea typeface="Rubik"/>
                <a:cs typeface="Rubik"/>
              </a:rPr>
              <a:t>02</a:t>
            </a:r>
            <a:endParaRPr sz="120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72D102B-0CAA-454D-A974-EF1A5BC24A39}"/>
              </a:ext>
            </a:extLst>
          </p:cNvPr>
          <p:cNvSpPr>
            <a:spLocks noGrp="1"/>
          </p:cNvSpPr>
          <p:nvPr/>
        </p:nvSpPr>
        <p:spPr>
          <a:xfrm>
            <a:off x="809625" y="6267450"/>
            <a:ext cx="10191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defPPr>
            <a:lvl1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1pPr>
            <a:lvl2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2pPr>
            <a:lvl3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3pPr>
            <a:lvl4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4pPr>
            <a:lvl5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5pPr>
            <a:lvl6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6pPr>
            <a:lvl7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7pPr>
            <a:lvl8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8pPr>
            <a:lvl9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pPr>
            <a:r>
              <a:rPr sz="1275" b="0">
                <a:solidFill>
                  <a:srgbClr val="B9B0AE"/>
                </a:solidFill>
                <a:latin typeface="Rubik"/>
                <a:ea typeface="Rubik"/>
                <a:cs typeface="Rubik"/>
              </a:rPr>
              <a:t>Rechargeable units are easy to replace. Check fixed-antenna placement, audio compatibility and course coverage.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3E92CEA-F310-4F7C-B9EC-D7A7B17FE387}"/>
              </a:ext>
            </a:extLst>
          </p:cNvPr>
          <p:cNvSpPr>
            <a:spLocks noGrp="1"/>
          </p:cNvSpPr>
          <p:nvPr/>
        </p:nvSpPr>
        <p:spPr>
          <a:xfrm>
            <a:off x="11049000" y="6276975"/>
            <a:ext cx="6191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350" b="0">
                <a:solidFill>
                  <a:srgbClr val="F5F1EE"/>
                </a:solidFill>
                <a:latin typeface="Rubik"/>
                <a:ea typeface="Rubik"/>
                <a:cs typeface="Rubik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2593076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5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18463A4-F550-E8EB-B2C9-DFD6B0CF5C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2829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sz="3600" b="1" i="0" spc="50">
                <a:solidFill>
                  <a:srgbClr val="F5F1EE"/>
                </a:solidFill>
                <a:latin typeface="Oswald"/>
                <a:ea typeface="Oswald"/>
                <a:cs typeface="Oswald"/>
              </a:rPr>
              <a:t>BLUETOOTH MESH COMMUNICATION</a:t>
            </a:r>
            <a:endParaRPr sz="36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7F7F09D-5815-2F89-FAB6-4CFE2992D4CE}"/>
              </a:ext>
            </a:extLst>
          </p:cNvPr>
          <p:cNvSpPr>
            <a:spLocks noGrp="1"/>
          </p:cNvSpPr>
          <p:nvPr/>
        </p:nvSpPr>
        <p:spPr>
          <a:xfrm>
            <a:off x="812800" y="1417290"/>
            <a:ext cx="10883392" cy="3098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sz="1600">
                <a:solidFill>
                  <a:srgbClr val="B9B0AE"/>
                </a:solidFill>
                <a:latin typeface="Rubik"/>
                <a:ea typeface="Rubik"/>
                <a:cs typeface="Rubik"/>
              </a:rPr>
              <a:t>Cardo units provide hands-free communication without a cable between the driver and vehicle.</a:t>
            </a:r>
            <a:endParaRPr sz="16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7E19C89-6FE0-CED7-F382-3145FB6AB148}"/>
              </a:ext>
            </a:extLst>
          </p:cNvPr>
          <p:cNvSpPr>
            <a:spLocks noGrp="1"/>
          </p:cNvSpPr>
          <p:nvPr/>
        </p:nvSpPr>
        <p:spPr>
          <a:xfrm>
            <a:off x="965200" y="1803350"/>
            <a:ext cx="6932930" cy="3098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sz="1600" spc="150">
                <a:solidFill>
                  <a:srgbClr val="FF4D5A"/>
                </a:solidFill>
                <a:latin typeface="Oswald"/>
                <a:ea typeface="Oswald"/>
                <a:cs typeface="Oswald"/>
              </a:rPr>
              <a:t>ON THE DRIVER</a:t>
            </a:r>
            <a:endParaRPr sz="16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454F58C-6AA7-0B2D-14C6-E75AAF16A1E0}"/>
              </a:ext>
            </a:extLst>
          </p:cNvPr>
          <p:cNvSpPr>
            <a:spLocks noGrp="1"/>
          </p:cNvSpPr>
          <p:nvPr/>
        </p:nvSpPr>
        <p:spPr>
          <a:xfrm>
            <a:off x="965200" y="2108150"/>
            <a:ext cx="6731000" cy="19050"/>
          </a:xfrm>
          <a:prstGeom prst="rect">
            <a:avLst/>
          </a:prstGeom>
          <a:solidFill>
            <a:srgbClr val="3A3133"/>
          </a:solidFill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129A2B1-6759-BF90-6B50-119579BD9C9E}"/>
              </a:ext>
            </a:extLst>
          </p:cNvPr>
          <p:cNvSpPr>
            <a:spLocks noGrp="1"/>
          </p:cNvSpPr>
          <p:nvPr/>
        </p:nvSpPr>
        <p:spPr>
          <a:xfrm>
            <a:off x="9474200" y="1803350"/>
            <a:ext cx="1701800" cy="3098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sz="1600" spc="150">
                <a:solidFill>
                  <a:srgbClr val="FF4D5A"/>
                </a:solidFill>
                <a:latin typeface="Oswald"/>
                <a:ea typeface="Oswald"/>
                <a:cs typeface="Oswald"/>
              </a:rPr>
              <a:t>IN THE PIT</a:t>
            </a:r>
            <a:endParaRPr sz="16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6F39542D-46DA-77D6-7C3E-E5370F95447F}"/>
              </a:ext>
            </a:extLst>
          </p:cNvPr>
          <p:cNvSpPr>
            <a:spLocks noGrp="1"/>
          </p:cNvSpPr>
          <p:nvPr/>
        </p:nvSpPr>
        <p:spPr>
          <a:xfrm>
            <a:off x="9474200" y="2108150"/>
            <a:ext cx="1651000" cy="19050"/>
          </a:xfrm>
          <a:prstGeom prst="rect">
            <a:avLst/>
          </a:prstGeom>
          <a:solidFill>
            <a:srgbClr val="3A3133"/>
          </a:solidFill>
        </p:spPr>
        <p:txBody>
          <a:bodyPr/>
          <a:lstStyle/>
          <a:p>
            <a:endParaRPr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096CED9-5B73-CBCF-0961-5F238D749AC6}"/>
              </a:ext>
            </a:extLst>
          </p:cNvPr>
          <p:cNvSpPr>
            <a:spLocks noGrp="1"/>
          </p:cNvSpPr>
          <p:nvPr/>
        </p:nvSpPr>
        <p:spPr>
          <a:xfrm>
            <a:off x="6051550" y="2254200"/>
            <a:ext cx="1638300" cy="805061"/>
          </a:xfrm>
          <a:prstGeom prst="roundRect">
            <a:avLst>
              <a:gd name="adj" fmla="val 8676"/>
            </a:avLst>
          </a:prstGeom>
          <a:solidFill>
            <a:srgbClr val="241E20"/>
          </a:solidFill>
          <a:ln w="12700">
            <a:solidFill>
              <a:srgbClr val="3A3133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Built-in battery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About 10 hr talk time</a:t>
            </a:r>
            <a:endParaRPr sz="12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4CA9E10F-1EFC-2AAF-9EDF-EF59E2C34121}"/>
              </a:ext>
            </a:extLst>
          </p:cNvPr>
          <p:cNvSpPr>
            <a:spLocks noGrp="1"/>
          </p:cNvSpPr>
          <p:nvPr/>
        </p:nvSpPr>
        <p:spPr>
          <a:xfrm>
            <a:off x="3511550" y="3651200"/>
            <a:ext cx="1638300" cy="805061"/>
          </a:xfrm>
          <a:prstGeom prst="roundRect">
            <a:avLst>
              <a:gd name="adj" fmla="val 11804"/>
            </a:avLst>
          </a:prstGeom>
          <a:solidFill>
            <a:srgbClr val="241E20"/>
          </a:solidFill>
          <a:ln w="12700">
            <a:solidFill>
              <a:srgbClr val="3A3133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Speakers + mic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Mounted in the helmet</a:t>
            </a:r>
            <a:endParaRPr sz="12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9FA52C2-EE07-C173-1AE8-84530F8B455A}"/>
              </a:ext>
            </a:extLst>
          </p:cNvPr>
          <p:cNvSpPr>
            <a:spLocks noGrp="1"/>
          </p:cNvSpPr>
          <p:nvPr/>
        </p:nvSpPr>
        <p:spPr>
          <a:xfrm>
            <a:off x="6051550" y="3651200"/>
            <a:ext cx="1638300" cy="805061"/>
          </a:xfrm>
          <a:prstGeom prst="roundRect">
            <a:avLst>
              <a:gd name="adj" fmla="val 8676"/>
            </a:avLst>
          </a:prstGeom>
          <a:solidFill>
            <a:srgbClr val="241E20"/>
          </a:solidFill>
          <a:ln w="12700">
            <a:solidFill>
              <a:srgbClr val="FF4D5A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Cardo Packtalk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Clamped to the helmet</a:t>
            </a:r>
            <a:endParaRPr sz="12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8D80330C-027F-C855-50E5-8EC98ED41ACD}"/>
              </a:ext>
            </a:extLst>
          </p:cNvPr>
          <p:cNvSpPr>
            <a:spLocks noGrp="1"/>
          </p:cNvSpPr>
          <p:nvPr/>
        </p:nvSpPr>
        <p:spPr>
          <a:xfrm>
            <a:off x="9480550" y="3651200"/>
            <a:ext cx="1638300" cy="805061"/>
          </a:xfrm>
          <a:prstGeom prst="roundRect">
            <a:avLst>
              <a:gd name="adj" fmla="val 11804"/>
            </a:avLst>
          </a:prstGeom>
          <a:solidFill>
            <a:srgbClr val="241E20"/>
          </a:solidFill>
          <a:ln w="12700">
            <a:solidFill>
              <a:srgbClr val="FF4D5A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Cardo Packtalk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Pit crew unit</a:t>
            </a:r>
            <a:endParaRPr sz="120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84FB1AA3-381F-A0E0-9286-B5E251184FF6}"/>
              </a:ext>
            </a:extLst>
          </p:cNvPr>
          <p:cNvSpPr>
            <a:spLocks noGrp="1"/>
          </p:cNvSpPr>
          <p:nvPr/>
        </p:nvSpPr>
        <p:spPr>
          <a:xfrm>
            <a:off x="9480550" y="4921200"/>
            <a:ext cx="1638300" cy="805061"/>
          </a:xfrm>
          <a:prstGeom prst="roundRect">
            <a:avLst>
              <a:gd name="adj" fmla="val 11804"/>
            </a:avLst>
          </a:prstGeom>
          <a:solidFill>
            <a:srgbClr val="241E20"/>
          </a:solidFill>
          <a:ln w="12700">
            <a:solidFill>
              <a:srgbClr val="3A3133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Extra units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Optional relays</a:t>
            </a:r>
            <a:endParaRPr sz="12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F45A796A-D0B5-6F7B-B17C-5C7F9163D3A6}"/>
              </a:ext>
            </a:extLst>
          </p:cNvPr>
          <p:cNvSpPr>
            <a:spLocks noGrp="1"/>
          </p:cNvSpPr>
          <p:nvPr/>
        </p:nvSpPr>
        <p:spPr>
          <a:xfrm>
            <a:off x="971550" y="3651200"/>
            <a:ext cx="2273300" cy="1119981"/>
          </a:xfrm>
          <a:prstGeom prst="roundRect">
            <a:avLst>
              <a:gd name="adj" fmla="val 6237"/>
            </a:avLst>
          </a:prstGeom>
          <a:solidFill>
            <a:srgbClr val="121012"/>
          </a:solidFill>
          <a:ln w="12700">
            <a:solidFill>
              <a:srgbClr val="FF4D5A"/>
            </a:solidFill>
            <a:prstDash val="dash"/>
          </a:ln>
        </p:spPr>
        <p:txBody>
          <a:bodyPr wrap="square" lIns="138292" tIns="112892" rIns="79618" bIns="874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F4D5A"/>
                </a:solidFill>
                <a:latin typeface="Rubik"/>
                <a:ea typeface="Rubik"/>
                <a:cs typeface="Rubik"/>
              </a:rPr>
              <a:t>RULES COVERED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B9B0AE"/>
                </a:solidFill>
                <a:latin typeface="Rubik"/>
                <a:ea typeface="Rubik"/>
                <a:cs typeface="Rubik"/>
              </a:rPr>
              <a:t>Helmet B.5.1 · No cord to unplug at egress or refuel</a:t>
            </a:r>
            <a:endParaRPr sz="1200"/>
          </a:p>
        </p:txBody>
      </p:sp>
      <p:pic>
        <p:nvPicPr>
          <p:cNvPr id="18" name="Image 1">
            <a:extLst>
              <a:ext uri="{FF2B5EF4-FFF2-40B4-BE49-F238E27FC236}">
                <a16:creationId xmlns:a16="http://schemas.microsoft.com/office/drawing/2014/main" id="{B805ADB4-9D1F-4923-8E16-188D01AA908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105400" y="3895725"/>
            <a:ext cx="990600" cy="101600"/>
          </a:xfrm>
          <a:prstGeom prst="rect">
            <a:avLst/>
          </a:prstGeom>
        </p:spPr>
      </p:pic>
      <p:pic>
        <p:nvPicPr>
          <p:cNvPr id="20" name="Image 3">
            <a:extLst>
              <a:ext uri="{FF2B5EF4-FFF2-40B4-BE49-F238E27FC236}">
                <a16:creationId xmlns:a16="http://schemas.microsoft.com/office/drawing/2014/main" id="{8C0BB627-ADC5-4219-80D9-396D6055BC7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819900" y="3022550"/>
            <a:ext cx="101600" cy="673100"/>
          </a:xfrm>
          <a:prstGeom prst="rect">
            <a:avLst/>
          </a:prstGeom>
        </p:spPr>
      </p:pic>
      <p:pic>
        <p:nvPicPr>
          <p:cNvPr id="22" name="Image 5">
            <a:extLst>
              <a:ext uri="{FF2B5EF4-FFF2-40B4-BE49-F238E27FC236}">
                <a16:creationId xmlns:a16="http://schemas.microsoft.com/office/drawing/2014/main" id="{76D0CDC4-2DCF-438A-B194-372AB3D46D3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248900" y="4419550"/>
            <a:ext cx="101600" cy="546100"/>
          </a:xfrm>
          <a:prstGeom prst="rect">
            <a:avLst/>
          </a:prstGeom>
        </p:spPr>
      </p:pic>
      <p:pic>
        <p:nvPicPr>
          <p:cNvPr id="23" name="Image 6">
            <a:extLst>
              <a:ext uri="{FF2B5EF4-FFF2-40B4-BE49-F238E27FC236}">
                <a16:creationId xmlns:a16="http://schemas.microsoft.com/office/drawing/2014/main" id="{C76AE70E-0257-4318-AEE3-943950C2B5F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632700" y="3886200"/>
            <a:ext cx="1905000" cy="127000"/>
          </a:xfrm>
          <a:prstGeom prst="rect">
            <a:avLst/>
          </a:prstGeom>
        </p:spPr>
      </p:pic>
      <p:sp>
        <p:nvSpPr>
          <p:cNvPr id="26" name="Text 17">
            <a:extLst>
              <a:ext uri="{FF2B5EF4-FFF2-40B4-BE49-F238E27FC236}">
                <a16:creationId xmlns:a16="http://schemas.microsoft.com/office/drawing/2014/main" id="{0565424E-C1E9-4473-701A-887824958EDB}"/>
              </a:ext>
            </a:extLst>
          </p:cNvPr>
          <p:cNvSpPr>
            <a:spLocks noGrp="1"/>
          </p:cNvSpPr>
          <p:nvPr/>
        </p:nvSpPr>
        <p:spPr>
          <a:xfrm>
            <a:off x="7772400" y="3190875"/>
            <a:ext cx="1625600" cy="66536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sz="1200">
                <a:solidFill>
                  <a:srgbClr val="FF4D5A"/>
                </a:solidFill>
                <a:latin typeface="Rubik"/>
                <a:ea typeface="Rubik"/>
                <a:cs typeface="Rubik"/>
              </a:rPr>
              <a:t>Bluetooth mesh</a:t>
            </a:r>
            <a:endParaRPr sz="1200"/>
          </a:p>
          <a:p>
            <a:pPr marL="0" indent="0" algn="ctr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Rated ~1 km</a:t>
            </a:r>
            <a:endParaRPr sz="1200"/>
          </a:p>
          <a:p>
            <a:pPr marL="0" indent="0" algn="ctr">
              <a:lnSpc>
                <a:spcPts val="1680"/>
              </a:lnSpc>
              <a:buNone/>
            </a:pPr>
            <a:r>
              <a:rPr sz="1200">
                <a:solidFill>
                  <a:srgbClr val="FF4D5A"/>
                </a:solidFill>
                <a:latin typeface="Rubik"/>
                <a:ea typeface="Rubik"/>
                <a:cs typeface="Rubik"/>
              </a:rPr>
              <a:t>(0.6 mi) per hop</a:t>
            </a:r>
            <a:endParaRPr sz="1200"/>
          </a:p>
        </p:txBody>
      </p:sp>
      <p:sp>
        <p:nvSpPr>
          <p:cNvPr id="27" name="Text 18">
            <a:extLst>
              <a:ext uri="{FF2B5EF4-FFF2-40B4-BE49-F238E27FC236}">
                <a16:creationId xmlns:a16="http://schemas.microsoft.com/office/drawing/2014/main" id="{7915F41D-2A9B-BC0D-0062-EBA436E4B5A2}"/>
              </a:ext>
            </a:extLst>
          </p:cNvPr>
          <p:cNvSpPr>
            <a:spLocks noGrp="1"/>
          </p:cNvSpPr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sz="1200">
                <a:solidFill>
                  <a:srgbClr val="B9B0AE"/>
                </a:solidFill>
                <a:latin typeface="Rubik"/>
                <a:ea typeface="Rubik"/>
                <a:cs typeface="Rubik"/>
              </a:rPr>
              <a:t>03</a:t>
            </a:r>
            <a:endParaRPr sz="120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06F1AE3-69E2-491B-B725-F1315D7DABFA}"/>
              </a:ext>
            </a:extLst>
          </p:cNvPr>
          <p:cNvSpPr>
            <a:spLocks noGrp="1"/>
          </p:cNvSpPr>
          <p:nvPr/>
        </p:nvSpPr>
        <p:spPr>
          <a:xfrm>
            <a:off x="809625" y="6267450"/>
            <a:ext cx="10191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defPPr>
            <a:lvl1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1pPr>
            <a:lvl2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2pPr>
            <a:lvl3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3pPr>
            <a:lvl4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4pPr>
            <a:lvl5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5pPr>
            <a:lvl6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6pPr>
            <a:lvl7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7pPr>
            <a:lvl8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8pPr>
            <a:lvl9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pPr>
            <a:r>
              <a:rPr sz="1275" b="0" dirty="0">
                <a:solidFill>
                  <a:srgbClr val="B9B0AE"/>
                </a:solidFill>
                <a:latin typeface="Rubik"/>
                <a:ea typeface="Rubik"/>
                <a:cs typeface="Rubik"/>
              </a:rPr>
              <a:t>Fewer cockpit wires simplify entry and exit. Verify range and noise </a:t>
            </a:r>
            <a:r>
              <a:rPr lang="en-US" sz="1275" b="0" dirty="0">
                <a:solidFill>
                  <a:srgbClr val="B9B0AE"/>
                </a:solidFill>
                <a:latin typeface="Rubik"/>
                <a:ea typeface="Rubik"/>
                <a:cs typeface="Rubik"/>
              </a:rPr>
              <a:t>performance and</a:t>
            </a:r>
            <a:r>
              <a:rPr sz="1275" b="0" dirty="0">
                <a:solidFill>
                  <a:srgbClr val="B9B0AE"/>
                </a:solidFill>
                <a:latin typeface="Rubik"/>
                <a:ea typeface="Rubik"/>
                <a:cs typeface="Rubik"/>
              </a:rPr>
              <a:t> plan charging for long events.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47D028B-E8AA-4283-99F0-6C6FC08B6161}"/>
              </a:ext>
            </a:extLst>
          </p:cNvPr>
          <p:cNvSpPr>
            <a:spLocks noGrp="1"/>
          </p:cNvSpPr>
          <p:nvPr/>
        </p:nvSpPr>
        <p:spPr>
          <a:xfrm>
            <a:off x="11049000" y="6276975"/>
            <a:ext cx="6191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350" b="0">
                <a:solidFill>
                  <a:srgbClr val="F5F1EE"/>
                </a:solidFill>
                <a:latin typeface="Rubik"/>
                <a:ea typeface="Rubik"/>
                <a:cs typeface="Rubik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8938214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5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B07A99E-8D7B-FF6B-38D4-9ABF23BDC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2829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sz="3600" b="1" i="0" spc="50">
                <a:solidFill>
                  <a:srgbClr val="F5F1EE"/>
                </a:solidFill>
                <a:latin typeface="Oswald"/>
                <a:ea typeface="Oswald"/>
                <a:cs typeface="Oswald"/>
              </a:rPr>
              <a:t>DEDICATED RACE RADIO KIT</a:t>
            </a:r>
            <a:endParaRPr sz="36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1AD66B6-1711-EB6A-C3CD-10AD1AC12BC1}"/>
              </a:ext>
            </a:extLst>
          </p:cNvPr>
          <p:cNvSpPr>
            <a:spLocks noGrp="1"/>
          </p:cNvSpPr>
          <p:nvPr/>
        </p:nvSpPr>
        <p:spPr>
          <a:xfrm>
            <a:off x="812800" y="1417290"/>
            <a:ext cx="10883392" cy="3098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sz="1600">
                <a:solidFill>
                  <a:srgbClr val="B9B0AE"/>
                </a:solidFill>
                <a:latin typeface="Rubik"/>
                <a:ea typeface="Rubik"/>
                <a:cs typeface="Rubik"/>
              </a:rPr>
              <a:t>A matched Rugged kit combines radios and audio hardware to simplify installation and troubleshooting.</a:t>
            </a:r>
            <a:endParaRPr sz="16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5727693-ACD8-95D7-368D-502FEB6A2E5E}"/>
              </a:ext>
            </a:extLst>
          </p:cNvPr>
          <p:cNvSpPr>
            <a:spLocks noGrp="1"/>
          </p:cNvSpPr>
          <p:nvPr/>
        </p:nvSpPr>
        <p:spPr>
          <a:xfrm>
            <a:off x="965200" y="1803350"/>
            <a:ext cx="6932930" cy="3098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sz="1600" spc="150">
                <a:solidFill>
                  <a:srgbClr val="FF4D5A"/>
                </a:solidFill>
                <a:latin typeface="Oswald"/>
                <a:ea typeface="Oswald"/>
                <a:cs typeface="Oswald"/>
              </a:rPr>
              <a:t>IN THE CAR</a:t>
            </a:r>
            <a:endParaRPr sz="16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F59D0B5-ED92-E23E-4664-84609705FA3C}"/>
              </a:ext>
            </a:extLst>
          </p:cNvPr>
          <p:cNvSpPr>
            <a:spLocks noGrp="1"/>
          </p:cNvSpPr>
          <p:nvPr/>
        </p:nvSpPr>
        <p:spPr>
          <a:xfrm>
            <a:off x="965200" y="2108150"/>
            <a:ext cx="6731000" cy="19050"/>
          </a:xfrm>
          <a:prstGeom prst="rect">
            <a:avLst/>
          </a:prstGeom>
          <a:solidFill>
            <a:srgbClr val="3A3133"/>
          </a:solidFill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A7E0C22-0339-C6E6-F44C-B4417129E3F9}"/>
              </a:ext>
            </a:extLst>
          </p:cNvPr>
          <p:cNvSpPr>
            <a:spLocks noGrp="1"/>
          </p:cNvSpPr>
          <p:nvPr/>
        </p:nvSpPr>
        <p:spPr>
          <a:xfrm>
            <a:off x="9474200" y="1803350"/>
            <a:ext cx="1701800" cy="3098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sz="1600" spc="150">
                <a:solidFill>
                  <a:srgbClr val="FF4D5A"/>
                </a:solidFill>
                <a:latin typeface="Oswald"/>
                <a:ea typeface="Oswald"/>
                <a:cs typeface="Oswald"/>
              </a:rPr>
              <a:t>IN THE PIT</a:t>
            </a:r>
            <a:endParaRPr sz="16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2A132A28-7772-8C79-8951-AB89A960611F}"/>
              </a:ext>
            </a:extLst>
          </p:cNvPr>
          <p:cNvSpPr>
            <a:spLocks noGrp="1"/>
          </p:cNvSpPr>
          <p:nvPr/>
        </p:nvSpPr>
        <p:spPr>
          <a:xfrm>
            <a:off x="9474200" y="2108150"/>
            <a:ext cx="1651000" cy="19050"/>
          </a:xfrm>
          <a:prstGeom prst="rect">
            <a:avLst/>
          </a:prstGeom>
          <a:solidFill>
            <a:srgbClr val="3A3133"/>
          </a:solidFill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9807917-981E-73EC-7112-8FCA635D135F}"/>
              </a:ext>
            </a:extLst>
          </p:cNvPr>
          <p:cNvSpPr>
            <a:spLocks noGrp="1"/>
          </p:cNvSpPr>
          <p:nvPr/>
        </p:nvSpPr>
        <p:spPr>
          <a:xfrm>
            <a:off x="971550" y="2254200"/>
            <a:ext cx="1638300" cy="805061"/>
          </a:xfrm>
          <a:prstGeom prst="roundRect">
            <a:avLst>
              <a:gd name="adj" fmla="val 8676"/>
            </a:avLst>
          </a:prstGeom>
          <a:solidFill>
            <a:srgbClr val="241E20"/>
          </a:solidFill>
          <a:ln w="12700">
            <a:solidFill>
              <a:srgbClr val="3A3133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Helmet kit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Included in the kit</a:t>
            </a:r>
            <a:endParaRPr sz="12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4C06914-30B9-623D-9D9E-D9DA98AC413C}"/>
              </a:ext>
            </a:extLst>
          </p:cNvPr>
          <p:cNvSpPr>
            <a:spLocks noGrp="1"/>
          </p:cNvSpPr>
          <p:nvPr/>
        </p:nvSpPr>
        <p:spPr>
          <a:xfrm>
            <a:off x="3511550" y="2254200"/>
            <a:ext cx="1638300" cy="591741"/>
          </a:xfrm>
          <a:prstGeom prst="roundRect">
            <a:avLst>
              <a:gd name="adj" fmla="val 11804"/>
            </a:avLst>
          </a:prstGeom>
          <a:solidFill>
            <a:srgbClr val="241E20"/>
          </a:solidFill>
          <a:ln w="12700">
            <a:solidFill>
              <a:srgbClr val="3A3133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Car harness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Included in the kit</a:t>
            </a:r>
            <a:endParaRPr sz="12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243E2A1-FD1C-17C2-5837-D81F22087AF6}"/>
              </a:ext>
            </a:extLst>
          </p:cNvPr>
          <p:cNvSpPr>
            <a:spLocks noGrp="1"/>
          </p:cNvSpPr>
          <p:nvPr/>
        </p:nvSpPr>
        <p:spPr>
          <a:xfrm>
            <a:off x="6051550" y="2254200"/>
            <a:ext cx="1638300" cy="805061"/>
          </a:xfrm>
          <a:prstGeom prst="roundRect">
            <a:avLst>
              <a:gd name="adj" fmla="val 8676"/>
            </a:avLst>
          </a:prstGeom>
          <a:solidFill>
            <a:srgbClr val="241E20"/>
          </a:solidFill>
          <a:ln w="12700">
            <a:solidFill>
              <a:srgbClr val="3A3133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Radio jumper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Included in the kit</a:t>
            </a:r>
            <a:endParaRPr sz="12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CCA6853-F9E0-DECD-E5D7-F74423E16F0A}"/>
              </a:ext>
            </a:extLst>
          </p:cNvPr>
          <p:cNvSpPr>
            <a:spLocks noGrp="1"/>
          </p:cNvSpPr>
          <p:nvPr/>
        </p:nvSpPr>
        <p:spPr>
          <a:xfrm>
            <a:off x="3511550" y="3651200"/>
            <a:ext cx="1638300" cy="591741"/>
          </a:xfrm>
          <a:prstGeom prst="roundRect">
            <a:avLst>
              <a:gd name="adj" fmla="val 11804"/>
            </a:avLst>
          </a:prstGeom>
          <a:solidFill>
            <a:srgbClr val="241E20"/>
          </a:solidFill>
          <a:ln w="12700">
            <a:solidFill>
              <a:srgbClr val="3A3133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PTT button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Included in the kit</a:t>
            </a:r>
            <a:endParaRPr sz="12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97F7E9B2-1453-3635-32C5-5FAFBFA9E70E}"/>
              </a:ext>
            </a:extLst>
          </p:cNvPr>
          <p:cNvSpPr>
            <a:spLocks noGrp="1"/>
          </p:cNvSpPr>
          <p:nvPr/>
        </p:nvSpPr>
        <p:spPr>
          <a:xfrm>
            <a:off x="6051550" y="3651200"/>
            <a:ext cx="1638300" cy="805061"/>
          </a:xfrm>
          <a:prstGeom prst="roundRect">
            <a:avLst>
              <a:gd name="adj" fmla="val 8676"/>
            </a:avLst>
          </a:prstGeom>
          <a:solidFill>
            <a:srgbClr val="241E20"/>
          </a:solidFill>
          <a:ln w="12700">
            <a:solidFill>
              <a:srgbClr val="FF4D5A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Rugged R1 radio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In the kit’s aluminum box</a:t>
            </a:r>
            <a:endParaRPr sz="12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4CFECCB4-A7FA-99FA-AD3A-7403104B9BBE}"/>
              </a:ext>
            </a:extLst>
          </p:cNvPr>
          <p:cNvSpPr>
            <a:spLocks noGrp="1"/>
          </p:cNvSpPr>
          <p:nvPr/>
        </p:nvSpPr>
        <p:spPr>
          <a:xfrm>
            <a:off x="9480550" y="3651200"/>
            <a:ext cx="1638300" cy="805061"/>
          </a:xfrm>
          <a:prstGeom prst="roundRect">
            <a:avLst>
              <a:gd name="adj" fmla="val 11804"/>
            </a:avLst>
          </a:prstGeom>
          <a:solidFill>
            <a:srgbClr val="241E20"/>
          </a:solidFill>
          <a:ln w="12700">
            <a:solidFill>
              <a:srgbClr val="FF4D5A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Rugged R1 radio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On the crew radio belt</a:t>
            </a:r>
            <a:endParaRPr sz="120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43A6300D-4EE7-6D5D-E3EF-F998CAE0D86D}"/>
              </a:ext>
            </a:extLst>
          </p:cNvPr>
          <p:cNvSpPr>
            <a:spLocks noGrp="1"/>
          </p:cNvSpPr>
          <p:nvPr/>
        </p:nvSpPr>
        <p:spPr>
          <a:xfrm>
            <a:off x="9480550" y="4921200"/>
            <a:ext cx="1638300" cy="805061"/>
          </a:xfrm>
          <a:prstGeom prst="roundRect">
            <a:avLst>
              <a:gd name="adj" fmla="val 11804"/>
            </a:avLst>
          </a:prstGeom>
          <a:solidFill>
            <a:srgbClr val="241E20"/>
          </a:solidFill>
          <a:ln w="12700">
            <a:solidFill>
              <a:srgbClr val="3A3133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H42 crew headset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Coil cord, with PTT</a:t>
            </a:r>
            <a:endParaRPr sz="12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FCB8EE8B-FACE-031B-1300-856398440A6E}"/>
              </a:ext>
            </a:extLst>
          </p:cNvPr>
          <p:cNvSpPr>
            <a:spLocks noGrp="1"/>
          </p:cNvSpPr>
          <p:nvPr/>
        </p:nvSpPr>
        <p:spPr>
          <a:xfrm>
            <a:off x="971550" y="3651200"/>
            <a:ext cx="2273300" cy="1119981"/>
          </a:xfrm>
          <a:prstGeom prst="roundRect">
            <a:avLst>
              <a:gd name="adj" fmla="val 6237"/>
            </a:avLst>
          </a:prstGeom>
          <a:solidFill>
            <a:srgbClr val="121012"/>
          </a:solidFill>
          <a:ln w="12700">
            <a:solidFill>
              <a:srgbClr val="FF4D5A"/>
            </a:solidFill>
            <a:prstDash val="dash"/>
          </a:ln>
        </p:spPr>
        <p:txBody>
          <a:bodyPr wrap="square" lIns="138292" tIns="112892" rIns="79618" bIns="874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F4D5A"/>
                </a:solidFill>
                <a:latin typeface="Rubik"/>
                <a:ea typeface="Rubik"/>
                <a:cs typeface="Rubik"/>
              </a:rPr>
              <a:t>RULES COVERED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B9B0AE"/>
                </a:solidFill>
                <a:latin typeface="Rubik"/>
                <a:ea typeface="Rubik"/>
                <a:cs typeface="Rubik"/>
              </a:rPr>
              <a:t>Helmet B.5.1 · Egress Tech B.8.1 · Refuel D.8.3.7.2 · Battery B.10.1.1.7</a:t>
            </a:r>
            <a:endParaRPr sz="1200"/>
          </a:p>
        </p:txBody>
      </p:sp>
      <p:pic>
        <p:nvPicPr>
          <p:cNvPr id="17" name="Image 0">
            <a:extLst>
              <a:ext uri="{FF2B5EF4-FFF2-40B4-BE49-F238E27FC236}">
                <a16:creationId xmlns:a16="http://schemas.microsoft.com/office/drawing/2014/main" id="{E28E56F3-800D-4ED4-BA57-642A81B7B0E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565400" y="2609800"/>
            <a:ext cx="990600" cy="101600"/>
          </a:xfrm>
          <a:prstGeom prst="rect">
            <a:avLst/>
          </a:prstGeom>
        </p:spPr>
      </p:pic>
      <p:pic>
        <p:nvPicPr>
          <p:cNvPr id="18" name="Image 1">
            <a:extLst>
              <a:ext uri="{FF2B5EF4-FFF2-40B4-BE49-F238E27FC236}">
                <a16:creationId xmlns:a16="http://schemas.microsoft.com/office/drawing/2014/main" id="{DCBDBF91-D86F-4EFE-9256-5B733FF323F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105400" y="2609800"/>
            <a:ext cx="990600" cy="101600"/>
          </a:xfrm>
          <a:prstGeom prst="rect">
            <a:avLst/>
          </a:prstGeom>
        </p:spPr>
      </p:pic>
      <p:pic>
        <p:nvPicPr>
          <p:cNvPr id="19" name="Image 2">
            <a:extLst>
              <a:ext uri="{FF2B5EF4-FFF2-40B4-BE49-F238E27FC236}">
                <a16:creationId xmlns:a16="http://schemas.microsoft.com/office/drawing/2014/main" id="{6FE342DC-2EB0-4C6E-A284-E3D2CA9591E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279900" y="3022550"/>
            <a:ext cx="101600" cy="673100"/>
          </a:xfrm>
          <a:prstGeom prst="rect">
            <a:avLst/>
          </a:prstGeom>
        </p:spPr>
      </p:pic>
      <p:pic>
        <p:nvPicPr>
          <p:cNvPr id="20" name="Image 3">
            <a:extLst>
              <a:ext uri="{FF2B5EF4-FFF2-40B4-BE49-F238E27FC236}">
                <a16:creationId xmlns:a16="http://schemas.microsoft.com/office/drawing/2014/main" id="{08C52055-BE86-411A-A42F-C439C72A4E9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819900" y="3022550"/>
            <a:ext cx="101600" cy="673100"/>
          </a:xfrm>
          <a:prstGeom prst="rect">
            <a:avLst/>
          </a:prstGeom>
        </p:spPr>
      </p:pic>
      <p:pic>
        <p:nvPicPr>
          <p:cNvPr id="22" name="Image 5">
            <a:extLst>
              <a:ext uri="{FF2B5EF4-FFF2-40B4-BE49-F238E27FC236}">
                <a16:creationId xmlns:a16="http://schemas.microsoft.com/office/drawing/2014/main" id="{189DD4FE-032A-4A87-9467-73771B7D596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248900" y="4419550"/>
            <a:ext cx="101600" cy="546100"/>
          </a:xfrm>
          <a:prstGeom prst="rect">
            <a:avLst/>
          </a:prstGeom>
        </p:spPr>
      </p:pic>
      <p:pic>
        <p:nvPicPr>
          <p:cNvPr id="23" name="Image 6">
            <a:extLst>
              <a:ext uri="{FF2B5EF4-FFF2-40B4-BE49-F238E27FC236}">
                <a16:creationId xmlns:a16="http://schemas.microsoft.com/office/drawing/2014/main" id="{25E8BF04-B5AC-411D-B2DD-9D03C46A1CE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632700" y="3886200"/>
            <a:ext cx="1905000" cy="127000"/>
          </a:xfrm>
          <a:prstGeom prst="rect">
            <a:avLst/>
          </a:prstGeom>
        </p:spPr>
      </p:pic>
      <p:sp>
        <p:nvSpPr>
          <p:cNvPr id="24" name="Text 15">
            <a:extLst>
              <a:ext uri="{FF2B5EF4-FFF2-40B4-BE49-F238E27FC236}">
                <a16:creationId xmlns:a16="http://schemas.microsoft.com/office/drawing/2014/main" id="{7A68A1D4-833D-4C56-F77C-16F90FAD0F9B}"/>
              </a:ext>
            </a:extLst>
          </p:cNvPr>
          <p:cNvSpPr>
            <a:spLocks noGrp="1"/>
          </p:cNvSpPr>
          <p:nvPr/>
        </p:nvSpPr>
        <p:spPr>
          <a:xfrm>
            <a:off x="2641600" y="2711400"/>
            <a:ext cx="838200" cy="66536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sz="1200">
                <a:solidFill>
                  <a:srgbClr val="B9B0AE"/>
                </a:solidFill>
                <a:latin typeface="Rubik"/>
                <a:ea typeface="Rubik"/>
                <a:cs typeface="Rubik"/>
              </a:rPr>
              <a:t>Quick release cord</a:t>
            </a:r>
            <a:endParaRPr sz="1200"/>
          </a:p>
        </p:txBody>
      </p:sp>
      <p:sp>
        <p:nvSpPr>
          <p:cNvPr id="26" name="Text 17">
            <a:extLst>
              <a:ext uri="{FF2B5EF4-FFF2-40B4-BE49-F238E27FC236}">
                <a16:creationId xmlns:a16="http://schemas.microsoft.com/office/drawing/2014/main" id="{70B7947D-3591-7B94-1566-79DA842DF5D1}"/>
              </a:ext>
            </a:extLst>
          </p:cNvPr>
          <p:cNvSpPr>
            <a:spLocks noGrp="1"/>
          </p:cNvSpPr>
          <p:nvPr/>
        </p:nvSpPr>
        <p:spPr>
          <a:xfrm>
            <a:off x="7772400" y="3190875"/>
            <a:ext cx="1625600" cy="66536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sz="1200">
                <a:solidFill>
                  <a:srgbClr val="FF4D5A"/>
                </a:solidFill>
                <a:latin typeface="Rubik"/>
                <a:ea typeface="Rubik"/>
                <a:cs typeface="Rubik"/>
              </a:rPr>
              <a:t>Business band · 5 W</a:t>
            </a:r>
            <a:endParaRPr sz="1200"/>
          </a:p>
          <a:p>
            <a:pPr marL="0" indent="0" algn="ctr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FCC license needed</a:t>
            </a:r>
            <a:endParaRPr sz="1200"/>
          </a:p>
          <a:p>
            <a:pPr marL="0" indent="0" algn="ctr">
              <a:lnSpc>
                <a:spcPts val="1680"/>
              </a:lnSpc>
              <a:buNone/>
            </a:pPr>
            <a:r>
              <a:rPr sz="1200">
                <a:solidFill>
                  <a:srgbClr val="FF4D5A"/>
                </a:solidFill>
                <a:latin typeface="Rubik"/>
                <a:ea typeface="Rubik"/>
                <a:cs typeface="Rubik"/>
              </a:rPr>
              <a:t>Range not published</a:t>
            </a:r>
            <a:endParaRPr sz="1200"/>
          </a:p>
        </p:txBody>
      </p:sp>
      <p:sp>
        <p:nvSpPr>
          <p:cNvPr id="27" name="Text 18">
            <a:extLst>
              <a:ext uri="{FF2B5EF4-FFF2-40B4-BE49-F238E27FC236}">
                <a16:creationId xmlns:a16="http://schemas.microsoft.com/office/drawing/2014/main" id="{5414343C-AADE-E384-70CC-5A0B9220E5A7}"/>
              </a:ext>
            </a:extLst>
          </p:cNvPr>
          <p:cNvSpPr>
            <a:spLocks noGrp="1"/>
          </p:cNvSpPr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sz="1200">
                <a:solidFill>
                  <a:srgbClr val="B9B0AE"/>
                </a:solidFill>
                <a:latin typeface="Rubik"/>
                <a:ea typeface="Rubik"/>
                <a:cs typeface="Rubik"/>
              </a:rPr>
              <a:t>04</a:t>
            </a:r>
            <a:endParaRPr sz="120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6E3F029-4E4D-400D-A833-5034D77CF7F8}"/>
              </a:ext>
            </a:extLst>
          </p:cNvPr>
          <p:cNvSpPr>
            <a:spLocks noGrp="1"/>
          </p:cNvSpPr>
          <p:nvPr/>
        </p:nvSpPr>
        <p:spPr>
          <a:xfrm>
            <a:off x="809625" y="6267450"/>
            <a:ext cx="10191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defPPr>
            <a:lvl1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1pPr>
            <a:lvl2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2pPr>
            <a:lvl3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3pPr>
            <a:lvl4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4pPr>
            <a:lvl5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5pPr>
            <a:lvl6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6pPr>
            <a:lvl7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7pPr>
            <a:lvl8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8pPr>
            <a:lvl9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pPr>
            <a:r>
              <a:rPr sz="1275" b="0">
                <a:solidFill>
                  <a:srgbClr val="B9B0AE"/>
                </a:solidFill>
                <a:latin typeface="Rubik"/>
                <a:ea typeface="Rubik"/>
                <a:cs typeface="Rubik"/>
              </a:rPr>
              <a:t>One supplier reduces connector uncertainty. Confirm the kit configuration, frequency authorization and course coverage.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858008-655B-493B-AB10-8DF2D130EC08}"/>
              </a:ext>
            </a:extLst>
          </p:cNvPr>
          <p:cNvSpPr>
            <a:spLocks noGrp="1"/>
          </p:cNvSpPr>
          <p:nvPr/>
        </p:nvSpPr>
        <p:spPr>
          <a:xfrm>
            <a:off x="11049000" y="6276975"/>
            <a:ext cx="6191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350" b="0">
                <a:solidFill>
                  <a:srgbClr val="F5F1EE"/>
                </a:solidFill>
                <a:latin typeface="Rubik"/>
                <a:ea typeface="Rubik"/>
                <a:cs typeface="Rubik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0774705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5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F890997-01CE-4EA0-8C26-F800C9C5BC13}"/>
              </a:ext>
            </a:extLst>
          </p:cNvPr>
          <p:cNvSpPr>
            <a:spLocks noGrp="1"/>
          </p:cNvSpPr>
          <p:nvPr/>
        </p:nvSpPr>
        <p:spPr>
          <a:xfrm>
            <a:off x="809625" y="809625"/>
            <a:ext cx="10525125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defPPr>
            <a:lvl1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1pPr>
            <a:lvl2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2pPr>
            <a:lvl3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3pPr>
            <a:lvl4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4pPr>
            <a:lvl5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5pPr>
            <a:lvl6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6pPr>
            <a:lvl7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7pPr>
            <a:lvl8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8pPr>
            <a:lvl9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9pPr>
          </a:lstStyle>
          <a:p>
            <a: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pPr>
            <a:r>
              <a:rPr sz="3375" b="1">
                <a:solidFill>
                  <a:srgbClr val="F5F1EE"/>
                </a:solidFill>
                <a:latin typeface="Oswald"/>
                <a:ea typeface="Oswald"/>
                <a:cs typeface="Oswald"/>
              </a:rPr>
              <a:t>STEERING-WHEEL 4WD ENGAGEMENT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9FE8277-CBBF-40F6-9D67-1CF286BDDA29}"/>
              </a:ext>
            </a:extLst>
          </p:cNvPr>
          <p:cNvSpPr>
            <a:spLocks noGrp="1"/>
          </p:cNvSpPr>
          <p:nvPr/>
        </p:nvSpPr>
        <p:spPr>
          <a:xfrm>
            <a:off x="809625" y="1466850"/>
            <a:ext cx="105727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defPPr>
            <a:lvl1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1pPr>
            <a:lvl2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2pPr>
            <a:lvl3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3pPr>
            <a:lvl4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4pPr>
            <a:lvl5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5pPr>
            <a:lvl6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6pPr>
            <a:lvl7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7pPr>
            <a:lvl8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8pPr>
            <a:lvl9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pPr>
            <a:r>
              <a:rPr sz="1575" b="0">
                <a:solidFill>
                  <a:srgbClr val="FF4D5A"/>
                </a:solidFill>
                <a:latin typeface="Rubik"/>
                <a:ea typeface="Rubik"/>
                <a:cs typeface="Rubik"/>
              </a:rPr>
              <a:t>Proposed location: behind the steering-wheel rim, within finger reach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E1761F-043E-4CBF-8368-2F61C98FE8B9}"/>
              </a:ext>
            </a:extLst>
          </p:cNvPr>
          <p:cNvSpPr>
            <a:spLocks noGrp="1"/>
          </p:cNvSpPr>
          <p:nvPr/>
        </p:nvSpPr>
        <p:spPr>
          <a:xfrm>
            <a:off x="809625" y="2266950"/>
            <a:ext cx="542925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650" b="0">
                <a:solidFill>
                  <a:srgbClr val="F5F1EE"/>
                </a:solidFill>
                <a:latin typeface="Rubik"/>
                <a:ea typeface="Rubik"/>
                <a:cs typeface="Rubik"/>
              </a:rPr>
              <a:t>A locking lever near the steering wheel would pull the cable to engage 4WD. Its latch holds engagement without continuous finger pressure.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998D5FF-193E-410F-96A0-BE47CD8ED61C}"/>
              </a:ext>
            </a:extLst>
          </p:cNvPr>
          <p:cNvSpPr>
            <a:spLocks noGrp="1"/>
          </p:cNvSpPr>
          <p:nvPr/>
        </p:nvSpPr>
        <p:spPr>
          <a:xfrm>
            <a:off x="809625" y="3219450"/>
            <a:ext cx="542925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650" b="0" dirty="0">
                <a:solidFill>
                  <a:srgbClr val="F5F1EE"/>
                </a:solidFill>
                <a:latin typeface="Rubik"/>
                <a:ea typeface="Rubik"/>
                <a:cs typeface="Rubik"/>
              </a:rPr>
              <a:t>Cable routing gives flexibility around the frame. Squeezing again releases the latch and lets the spring return the selector, assuming its return position is 2WD.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AAE3D2-280C-47C6-8064-B51B62125115}"/>
              </a:ext>
            </a:extLst>
          </p:cNvPr>
          <p:cNvSpPr>
            <a:spLocks noGrp="1"/>
          </p:cNvSpPr>
          <p:nvPr/>
        </p:nvSpPr>
        <p:spPr>
          <a:xfrm>
            <a:off x="11049000" y="6276975"/>
            <a:ext cx="6191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350" b="0">
                <a:solidFill>
                  <a:srgbClr val="F5F1EE"/>
                </a:solidFill>
                <a:latin typeface="Rubik"/>
                <a:ea typeface="Rubik"/>
                <a:cs typeface="Rubik"/>
              </a:rPr>
              <a:t>06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C5F8972-6394-E831-8953-849FADC3EC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9265" y="1409699"/>
            <a:ext cx="4188860" cy="452437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EF4E83C-52DF-541E-1C95-0A5636D4277D}"/>
              </a:ext>
            </a:extLst>
          </p:cNvPr>
          <p:cNvSpPr>
            <a:spLocks noGrp="1"/>
          </p:cNvSpPr>
          <p:nvPr/>
        </p:nvSpPr>
        <p:spPr>
          <a:xfrm>
            <a:off x="7479265" y="5848350"/>
            <a:ext cx="4191000" cy="317500"/>
          </a:xfrm>
          <a:prstGeom prst="rect">
            <a:avLst/>
          </a:prstGeom>
          <a:solidFill>
            <a:srgbClr val="1A1517"/>
          </a:solidFill>
          <a:ln w="0">
            <a:noFill/>
          </a:ln>
        </p:spPr>
        <p:txBody>
          <a:bodyPr/>
          <a:lstStyle>
            <a:defPPr>
              <a:defRPr sz="1500" b="1">
                <a:solidFill>
                  <a:srgbClr val="FF4D5A"/>
                </a:solidFill>
                <a:latin typeface="Rubik"/>
                <a:ea typeface="Rubik"/>
                <a:cs typeface="Rubik"/>
              </a:defRPr>
            </a:defPPr>
            <a:lvl1pPr>
              <a:defRPr sz="1500" b="1">
                <a:solidFill>
                  <a:srgbClr val="FF4D5A"/>
                </a:solidFill>
                <a:latin typeface="Rubik"/>
                <a:ea typeface="Rubik"/>
                <a:cs typeface="Rubik"/>
              </a:defRPr>
            </a:lvl1pPr>
            <a:lvl2pPr>
              <a:defRPr sz="1500" b="1">
                <a:solidFill>
                  <a:srgbClr val="FF4D5A"/>
                </a:solidFill>
                <a:latin typeface="Rubik"/>
                <a:ea typeface="Rubik"/>
                <a:cs typeface="Rubik"/>
              </a:defRPr>
            </a:lvl2pPr>
            <a:lvl3pPr>
              <a:defRPr sz="1500" b="1">
                <a:solidFill>
                  <a:srgbClr val="FF4D5A"/>
                </a:solidFill>
                <a:latin typeface="Rubik"/>
                <a:ea typeface="Rubik"/>
                <a:cs typeface="Rubik"/>
              </a:defRPr>
            </a:lvl3pPr>
            <a:lvl4pPr>
              <a:defRPr sz="1500" b="1">
                <a:solidFill>
                  <a:srgbClr val="FF4D5A"/>
                </a:solidFill>
                <a:latin typeface="Rubik"/>
                <a:ea typeface="Rubik"/>
                <a:cs typeface="Rubik"/>
              </a:defRPr>
            </a:lvl4pPr>
            <a:lvl5pPr>
              <a:defRPr sz="1500" b="1">
                <a:solidFill>
                  <a:srgbClr val="FF4D5A"/>
                </a:solidFill>
                <a:latin typeface="Rubik"/>
                <a:ea typeface="Rubik"/>
                <a:cs typeface="Rubik"/>
              </a:defRPr>
            </a:lvl5pPr>
            <a:lvl6pPr>
              <a:defRPr sz="1500" b="1">
                <a:solidFill>
                  <a:srgbClr val="FF4D5A"/>
                </a:solidFill>
                <a:latin typeface="Rubik"/>
                <a:ea typeface="Rubik"/>
                <a:cs typeface="Rubik"/>
              </a:defRPr>
            </a:lvl6pPr>
            <a:lvl7pPr>
              <a:defRPr sz="1500" b="1">
                <a:solidFill>
                  <a:srgbClr val="FF4D5A"/>
                </a:solidFill>
                <a:latin typeface="Rubik"/>
                <a:ea typeface="Rubik"/>
                <a:cs typeface="Rubik"/>
              </a:defRPr>
            </a:lvl7pPr>
            <a:lvl8pPr>
              <a:defRPr sz="1500" b="1">
                <a:solidFill>
                  <a:srgbClr val="FF4D5A"/>
                </a:solidFill>
                <a:latin typeface="Rubik"/>
                <a:ea typeface="Rubik"/>
                <a:cs typeface="Rubik"/>
              </a:defRPr>
            </a:lvl8pPr>
            <a:lvl9pPr>
              <a:defRPr sz="1500" b="1">
                <a:solidFill>
                  <a:srgbClr val="FF4D5A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defRPr sz="1500" b="1">
                <a:solidFill>
                  <a:srgbClr val="FF4D5A"/>
                </a:solidFill>
                <a:latin typeface="Rubik"/>
                <a:ea typeface="Rubik"/>
                <a:cs typeface="Rubik"/>
              </a:defRPr>
            </a:pPr>
            <a:r>
              <a:rPr sz="1500" b="1" dirty="0">
                <a:solidFill>
                  <a:srgbClr val="FF4D5A"/>
                </a:solidFill>
                <a:latin typeface="Rubik"/>
                <a:ea typeface="Rubik"/>
                <a:cs typeface="Rubik"/>
              </a:rPr>
              <a:t>RED: 4WD paddle / lever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CC916FC-8D70-C3D8-7724-261A1084786A}"/>
              </a:ext>
            </a:extLst>
          </p:cNvPr>
          <p:cNvSpPr>
            <a:spLocks noGrp="1"/>
          </p:cNvSpPr>
          <p:nvPr/>
        </p:nvSpPr>
        <p:spPr>
          <a:xfrm>
            <a:off x="7467600" y="6216649"/>
            <a:ext cx="3556000" cy="317500"/>
          </a:xfrm>
          <a:prstGeom prst="rect">
            <a:avLst/>
          </a:prstGeom>
          <a:solidFill>
            <a:srgbClr val="1A1517"/>
          </a:solidFill>
          <a:ln w="0">
            <a:noFill/>
          </a:ln>
        </p:spPr>
        <p:txBody>
          <a:bodyPr/>
          <a:lstStyle>
            <a:defPPr>
              <a:defRPr sz="1300" b="1">
                <a:solidFill>
                  <a:srgbClr val="D35CFF"/>
                </a:solidFill>
                <a:latin typeface="Rubik"/>
                <a:ea typeface="Rubik"/>
                <a:cs typeface="Rubik"/>
              </a:defRPr>
            </a:defPPr>
            <a:lvl1pPr>
              <a:defRPr sz="1300" b="1">
                <a:solidFill>
                  <a:srgbClr val="D35CFF"/>
                </a:solidFill>
                <a:latin typeface="Rubik"/>
                <a:ea typeface="Rubik"/>
                <a:cs typeface="Rubik"/>
              </a:defRPr>
            </a:lvl1pPr>
            <a:lvl2pPr>
              <a:defRPr sz="1300" b="1">
                <a:solidFill>
                  <a:srgbClr val="D35CFF"/>
                </a:solidFill>
                <a:latin typeface="Rubik"/>
                <a:ea typeface="Rubik"/>
                <a:cs typeface="Rubik"/>
              </a:defRPr>
            </a:lvl2pPr>
            <a:lvl3pPr>
              <a:defRPr sz="1300" b="1">
                <a:solidFill>
                  <a:srgbClr val="D35CFF"/>
                </a:solidFill>
                <a:latin typeface="Rubik"/>
                <a:ea typeface="Rubik"/>
                <a:cs typeface="Rubik"/>
              </a:defRPr>
            </a:lvl3pPr>
            <a:lvl4pPr>
              <a:defRPr sz="1300" b="1">
                <a:solidFill>
                  <a:srgbClr val="D35CFF"/>
                </a:solidFill>
                <a:latin typeface="Rubik"/>
                <a:ea typeface="Rubik"/>
                <a:cs typeface="Rubik"/>
              </a:defRPr>
            </a:lvl4pPr>
            <a:lvl5pPr>
              <a:defRPr sz="1300" b="1">
                <a:solidFill>
                  <a:srgbClr val="D35CFF"/>
                </a:solidFill>
                <a:latin typeface="Rubik"/>
                <a:ea typeface="Rubik"/>
                <a:cs typeface="Rubik"/>
              </a:defRPr>
            </a:lvl5pPr>
            <a:lvl6pPr>
              <a:defRPr sz="1300" b="1">
                <a:solidFill>
                  <a:srgbClr val="D35CFF"/>
                </a:solidFill>
                <a:latin typeface="Rubik"/>
                <a:ea typeface="Rubik"/>
                <a:cs typeface="Rubik"/>
              </a:defRPr>
            </a:lvl6pPr>
            <a:lvl7pPr>
              <a:defRPr sz="1300" b="1">
                <a:solidFill>
                  <a:srgbClr val="D35CFF"/>
                </a:solidFill>
                <a:latin typeface="Rubik"/>
                <a:ea typeface="Rubik"/>
                <a:cs typeface="Rubik"/>
              </a:defRPr>
            </a:lvl7pPr>
            <a:lvl8pPr>
              <a:defRPr sz="1300" b="1">
                <a:solidFill>
                  <a:srgbClr val="D35CFF"/>
                </a:solidFill>
                <a:latin typeface="Rubik"/>
                <a:ea typeface="Rubik"/>
                <a:cs typeface="Rubik"/>
              </a:defRPr>
            </a:lvl8pPr>
            <a:lvl9pPr>
              <a:defRPr sz="1300" b="1">
                <a:solidFill>
                  <a:srgbClr val="D35CFF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defRPr sz="1300" b="1">
                <a:solidFill>
                  <a:srgbClr val="D35CFF"/>
                </a:solidFill>
                <a:latin typeface="Rubik"/>
                <a:ea typeface="Rubik"/>
                <a:cs typeface="Rubik"/>
              </a:defRPr>
            </a:pPr>
            <a:r>
              <a:rPr sz="1300" b="1" dirty="0">
                <a:solidFill>
                  <a:srgbClr val="D35CFF"/>
                </a:solidFill>
                <a:latin typeface="Rubik"/>
                <a:ea typeface="Rubik"/>
                <a:cs typeface="Rubik"/>
              </a:rPr>
              <a:t>PURPLE: proposed cable route</a:t>
            </a:r>
          </a:p>
        </p:txBody>
      </p:sp>
    </p:spTree>
    <p:extLst>
      <p:ext uri="{BB962C8B-B14F-4D97-AF65-F5344CB8AC3E}">
        <p14:creationId xmlns:p14="http://schemas.microsoft.com/office/powerpoint/2010/main" val="1732450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5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685DC36-B254-425E-A319-C892E79F6EBF}"/>
              </a:ext>
            </a:extLst>
          </p:cNvPr>
          <p:cNvSpPr>
            <a:spLocks noGrp="1"/>
          </p:cNvSpPr>
          <p:nvPr/>
        </p:nvSpPr>
        <p:spPr>
          <a:xfrm>
            <a:off x="809625" y="809625"/>
            <a:ext cx="10525125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defPPr>
            <a:lvl1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1pPr>
            <a:lvl2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2pPr>
            <a:lvl3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3pPr>
            <a:lvl4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4pPr>
            <a:lvl5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5pPr>
            <a:lvl6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6pPr>
            <a:lvl7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7pPr>
            <a:lvl8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8pPr>
            <a:lvl9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9pPr>
          </a:lstStyle>
          <a:p>
            <a: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pPr>
            <a:r>
              <a:rPr sz="3375" b="1">
                <a:solidFill>
                  <a:srgbClr val="F5F1EE"/>
                </a:solidFill>
                <a:latin typeface="Oswald"/>
                <a:ea typeface="Oswald"/>
                <a:cs typeface="Oswald"/>
              </a:rPr>
              <a:t>FLOOR-MOUNTED SOLID 4WD SHIFTER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ADA2FD-95E7-4C25-9A1C-0A7E6F0B2621}"/>
              </a:ext>
            </a:extLst>
          </p:cNvPr>
          <p:cNvSpPr>
            <a:spLocks noGrp="1"/>
          </p:cNvSpPr>
          <p:nvPr/>
        </p:nvSpPr>
        <p:spPr>
          <a:xfrm>
            <a:off x="809625" y="1466850"/>
            <a:ext cx="105727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defPPr>
            <a:lvl1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1pPr>
            <a:lvl2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2pPr>
            <a:lvl3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3pPr>
            <a:lvl4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4pPr>
            <a:lvl5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5pPr>
            <a:lvl6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6pPr>
            <a:lvl7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7pPr>
            <a:lvl8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8pPr>
            <a:lvl9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pPr>
            <a:r>
              <a:rPr sz="1575" b="0">
                <a:solidFill>
                  <a:srgbClr val="FF4D5A"/>
                </a:solidFill>
                <a:latin typeface="Rubik"/>
                <a:ea typeface="Rubik"/>
                <a:cs typeface="Rubik"/>
              </a:rPr>
              <a:t>Proposed location: floor-supported bracket beside the driver’s right thigh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8905626-9C4B-42A2-B15A-36EFFDDD4953}"/>
              </a:ext>
            </a:extLst>
          </p:cNvPr>
          <p:cNvSpPr>
            <a:spLocks noGrp="1"/>
          </p:cNvSpPr>
          <p:nvPr/>
        </p:nvSpPr>
        <p:spPr>
          <a:xfrm>
            <a:off x="809625" y="2266950"/>
            <a:ext cx="4561871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650" b="0" dirty="0">
                <a:solidFill>
                  <a:srgbClr val="F5F1EE"/>
                </a:solidFill>
                <a:latin typeface="Rubik"/>
                <a:ea typeface="Rubik"/>
                <a:cs typeface="Rubik"/>
              </a:rPr>
              <a:t>A floor-mounted lever beside the driver would move the 4WD selector through a rigid rod. A longer handle could reduce operating force.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ECAA210-6278-4F8C-84AF-BD125469450A}"/>
              </a:ext>
            </a:extLst>
          </p:cNvPr>
          <p:cNvSpPr>
            <a:spLocks noGrp="1"/>
          </p:cNvSpPr>
          <p:nvPr/>
        </p:nvSpPr>
        <p:spPr>
          <a:xfrm>
            <a:off x="809625" y="3429000"/>
            <a:ext cx="3978943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650" b="0" dirty="0">
                <a:solidFill>
                  <a:srgbClr val="F5F1EE"/>
                </a:solidFill>
                <a:latin typeface="Rubik"/>
                <a:ea typeface="Rubik"/>
                <a:cs typeface="Rubik"/>
              </a:rPr>
              <a:t>Rigid linkage gives direct feedback and avoids cable stretch. Adjustable joints simplify setup, while a latch holds engagement against the return spring.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B6B421-FB4F-40EA-8BB6-3DA6C033AA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414022" y="4929187"/>
            <a:ext cx="1893930" cy="1824387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4221A3F-ADBD-4154-AEDE-921E7905AFDB}"/>
              </a:ext>
            </a:extLst>
          </p:cNvPr>
          <p:cNvSpPr>
            <a:spLocks noGrp="1"/>
          </p:cNvSpPr>
          <p:nvPr/>
        </p:nvSpPr>
        <p:spPr>
          <a:xfrm>
            <a:off x="11049000" y="6276975"/>
            <a:ext cx="6191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350" b="0">
                <a:solidFill>
                  <a:srgbClr val="F5F1EE"/>
                </a:solidFill>
                <a:latin typeface="Rubik"/>
                <a:ea typeface="Rubik"/>
                <a:cs typeface="Rubik"/>
              </a:rPr>
              <a:t>07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E27C17F-E9BB-0246-D56E-FFC649F255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1496" y="2159793"/>
            <a:ext cx="6296629" cy="364331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C1051A58-E4CD-D33D-2446-2FF80F6EBC5D}"/>
              </a:ext>
            </a:extLst>
          </p:cNvPr>
          <p:cNvSpPr>
            <a:spLocks noGrp="1"/>
          </p:cNvSpPr>
          <p:nvPr/>
        </p:nvSpPr>
        <p:spPr>
          <a:xfrm>
            <a:off x="5524500" y="5867400"/>
            <a:ext cx="3048000" cy="317500"/>
          </a:xfrm>
          <a:prstGeom prst="rect">
            <a:avLst/>
          </a:prstGeom>
          <a:solidFill>
            <a:srgbClr val="1A1517"/>
          </a:solidFill>
          <a:ln w="0">
            <a:noFill/>
          </a:ln>
        </p:spPr>
        <p:txBody>
          <a:bodyPr/>
          <a:lstStyle>
            <a:defPPr>
              <a:defRPr sz="1500" b="1">
                <a:solidFill>
                  <a:srgbClr val="65A1FF"/>
                </a:solidFill>
                <a:latin typeface="Rubik"/>
                <a:ea typeface="Rubik"/>
                <a:cs typeface="Rubik"/>
              </a:defRPr>
            </a:defPPr>
            <a:lvl1pPr>
              <a:defRPr sz="1500" b="1">
                <a:solidFill>
                  <a:srgbClr val="65A1FF"/>
                </a:solidFill>
                <a:latin typeface="Rubik"/>
                <a:ea typeface="Rubik"/>
                <a:cs typeface="Rubik"/>
              </a:defRPr>
            </a:lvl1pPr>
            <a:lvl2pPr>
              <a:defRPr sz="1500" b="1">
                <a:solidFill>
                  <a:srgbClr val="65A1FF"/>
                </a:solidFill>
                <a:latin typeface="Rubik"/>
                <a:ea typeface="Rubik"/>
                <a:cs typeface="Rubik"/>
              </a:defRPr>
            </a:lvl2pPr>
            <a:lvl3pPr>
              <a:defRPr sz="1500" b="1">
                <a:solidFill>
                  <a:srgbClr val="65A1FF"/>
                </a:solidFill>
                <a:latin typeface="Rubik"/>
                <a:ea typeface="Rubik"/>
                <a:cs typeface="Rubik"/>
              </a:defRPr>
            </a:lvl3pPr>
            <a:lvl4pPr>
              <a:defRPr sz="1500" b="1">
                <a:solidFill>
                  <a:srgbClr val="65A1FF"/>
                </a:solidFill>
                <a:latin typeface="Rubik"/>
                <a:ea typeface="Rubik"/>
                <a:cs typeface="Rubik"/>
              </a:defRPr>
            </a:lvl4pPr>
            <a:lvl5pPr>
              <a:defRPr sz="1500" b="1">
                <a:solidFill>
                  <a:srgbClr val="65A1FF"/>
                </a:solidFill>
                <a:latin typeface="Rubik"/>
                <a:ea typeface="Rubik"/>
                <a:cs typeface="Rubik"/>
              </a:defRPr>
            </a:lvl5pPr>
            <a:lvl6pPr>
              <a:defRPr sz="1500" b="1">
                <a:solidFill>
                  <a:srgbClr val="65A1FF"/>
                </a:solidFill>
                <a:latin typeface="Rubik"/>
                <a:ea typeface="Rubik"/>
                <a:cs typeface="Rubik"/>
              </a:defRPr>
            </a:lvl6pPr>
            <a:lvl7pPr>
              <a:defRPr sz="1500" b="1">
                <a:solidFill>
                  <a:srgbClr val="65A1FF"/>
                </a:solidFill>
                <a:latin typeface="Rubik"/>
                <a:ea typeface="Rubik"/>
                <a:cs typeface="Rubik"/>
              </a:defRPr>
            </a:lvl7pPr>
            <a:lvl8pPr>
              <a:defRPr sz="1500" b="1">
                <a:solidFill>
                  <a:srgbClr val="65A1FF"/>
                </a:solidFill>
                <a:latin typeface="Rubik"/>
                <a:ea typeface="Rubik"/>
                <a:cs typeface="Rubik"/>
              </a:defRPr>
            </a:lvl8pPr>
            <a:lvl9pPr>
              <a:defRPr sz="1500" b="1">
                <a:solidFill>
                  <a:srgbClr val="65A1FF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defRPr sz="1500" b="1">
                <a:solidFill>
                  <a:srgbClr val="65A1FF"/>
                </a:solidFill>
                <a:latin typeface="Rubik"/>
                <a:ea typeface="Rubik"/>
                <a:cs typeface="Rubik"/>
              </a:defRPr>
            </a:pPr>
            <a:r>
              <a:rPr sz="1500" b="1">
                <a:solidFill>
                  <a:srgbClr val="65A1FF"/>
                </a:solidFill>
                <a:latin typeface="Rubik"/>
                <a:ea typeface="Rubik"/>
                <a:cs typeface="Rubik"/>
              </a:rPr>
              <a:t>BLUE: hand lever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E345138-3A38-5544-0557-572E0B2C5AE7}"/>
              </a:ext>
            </a:extLst>
          </p:cNvPr>
          <p:cNvSpPr>
            <a:spLocks noGrp="1"/>
          </p:cNvSpPr>
          <p:nvPr/>
        </p:nvSpPr>
        <p:spPr>
          <a:xfrm>
            <a:off x="5524500" y="6172200"/>
            <a:ext cx="3937000" cy="317500"/>
          </a:xfrm>
          <a:prstGeom prst="rect">
            <a:avLst/>
          </a:prstGeom>
          <a:solidFill>
            <a:srgbClr val="1A1517"/>
          </a:solidFill>
          <a:ln w="0">
            <a:noFill/>
          </a:ln>
        </p:spPr>
        <p:txBody>
          <a:bodyPr/>
          <a:lstStyle>
            <a:defPPr>
              <a:defRPr sz="1500" b="1">
                <a:solidFill>
                  <a:srgbClr val="FF4D5A"/>
                </a:solidFill>
                <a:latin typeface="Rubik"/>
                <a:ea typeface="Rubik"/>
                <a:cs typeface="Rubik"/>
              </a:defRPr>
            </a:defPPr>
            <a:lvl1pPr>
              <a:defRPr sz="1500" b="1">
                <a:solidFill>
                  <a:srgbClr val="FF4D5A"/>
                </a:solidFill>
                <a:latin typeface="Rubik"/>
                <a:ea typeface="Rubik"/>
                <a:cs typeface="Rubik"/>
              </a:defRPr>
            </a:lvl1pPr>
            <a:lvl2pPr>
              <a:defRPr sz="1500" b="1">
                <a:solidFill>
                  <a:srgbClr val="FF4D5A"/>
                </a:solidFill>
                <a:latin typeface="Rubik"/>
                <a:ea typeface="Rubik"/>
                <a:cs typeface="Rubik"/>
              </a:defRPr>
            </a:lvl2pPr>
            <a:lvl3pPr>
              <a:defRPr sz="1500" b="1">
                <a:solidFill>
                  <a:srgbClr val="FF4D5A"/>
                </a:solidFill>
                <a:latin typeface="Rubik"/>
                <a:ea typeface="Rubik"/>
                <a:cs typeface="Rubik"/>
              </a:defRPr>
            </a:lvl3pPr>
            <a:lvl4pPr>
              <a:defRPr sz="1500" b="1">
                <a:solidFill>
                  <a:srgbClr val="FF4D5A"/>
                </a:solidFill>
                <a:latin typeface="Rubik"/>
                <a:ea typeface="Rubik"/>
                <a:cs typeface="Rubik"/>
              </a:defRPr>
            </a:lvl4pPr>
            <a:lvl5pPr>
              <a:defRPr sz="1500" b="1">
                <a:solidFill>
                  <a:srgbClr val="FF4D5A"/>
                </a:solidFill>
                <a:latin typeface="Rubik"/>
                <a:ea typeface="Rubik"/>
                <a:cs typeface="Rubik"/>
              </a:defRPr>
            </a:lvl5pPr>
            <a:lvl6pPr>
              <a:defRPr sz="1500" b="1">
                <a:solidFill>
                  <a:srgbClr val="FF4D5A"/>
                </a:solidFill>
                <a:latin typeface="Rubik"/>
                <a:ea typeface="Rubik"/>
                <a:cs typeface="Rubik"/>
              </a:defRPr>
            </a:lvl6pPr>
            <a:lvl7pPr>
              <a:defRPr sz="1500" b="1">
                <a:solidFill>
                  <a:srgbClr val="FF4D5A"/>
                </a:solidFill>
                <a:latin typeface="Rubik"/>
                <a:ea typeface="Rubik"/>
                <a:cs typeface="Rubik"/>
              </a:defRPr>
            </a:lvl7pPr>
            <a:lvl8pPr>
              <a:defRPr sz="1500" b="1">
                <a:solidFill>
                  <a:srgbClr val="FF4D5A"/>
                </a:solidFill>
                <a:latin typeface="Rubik"/>
                <a:ea typeface="Rubik"/>
                <a:cs typeface="Rubik"/>
              </a:defRPr>
            </a:lvl8pPr>
            <a:lvl9pPr>
              <a:defRPr sz="1500" b="1">
                <a:solidFill>
                  <a:srgbClr val="FF4D5A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defRPr sz="1500" b="1">
                <a:solidFill>
                  <a:srgbClr val="FF4D5A"/>
                </a:solidFill>
                <a:latin typeface="Rubik"/>
                <a:ea typeface="Rubik"/>
                <a:cs typeface="Rubik"/>
              </a:defRPr>
            </a:pPr>
            <a:r>
              <a:rPr sz="1500" b="1" dirty="0">
                <a:solidFill>
                  <a:srgbClr val="FF4D5A"/>
                </a:solidFill>
                <a:latin typeface="Rubik"/>
                <a:ea typeface="Rubik"/>
                <a:cs typeface="Rubik"/>
              </a:rPr>
              <a:t>RED: floor mounting bracket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FB16AE3-4C50-11AD-5CA3-BD2545D4088C}"/>
              </a:ext>
            </a:extLst>
          </p:cNvPr>
          <p:cNvSpPr>
            <a:spLocks noGrp="1"/>
          </p:cNvSpPr>
          <p:nvPr/>
        </p:nvSpPr>
        <p:spPr>
          <a:xfrm>
            <a:off x="5524500" y="6477000"/>
            <a:ext cx="3810000" cy="317500"/>
          </a:xfrm>
          <a:prstGeom prst="rect">
            <a:avLst/>
          </a:prstGeom>
          <a:solidFill>
            <a:srgbClr val="1A1517"/>
          </a:solidFill>
          <a:ln w="0">
            <a:noFill/>
          </a:ln>
        </p:spPr>
        <p:txBody>
          <a:bodyPr/>
          <a:lstStyle>
            <a:defPPr>
              <a:defRPr sz="1500" b="1">
                <a:solidFill>
                  <a:srgbClr val="D35CFF"/>
                </a:solidFill>
                <a:latin typeface="Rubik"/>
                <a:ea typeface="Rubik"/>
                <a:cs typeface="Rubik"/>
              </a:defRPr>
            </a:defPPr>
            <a:lvl1pPr>
              <a:defRPr sz="1500" b="1">
                <a:solidFill>
                  <a:srgbClr val="D35CFF"/>
                </a:solidFill>
                <a:latin typeface="Rubik"/>
                <a:ea typeface="Rubik"/>
                <a:cs typeface="Rubik"/>
              </a:defRPr>
            </a:lvl1pPr>
            <a:lvl2pPr>
              <a:defRPr sz="1500" b="1">
                <a:solidFill>
                  <a:srgbClr val="D35CFF"/>
                </a:solidFill>
                <a:latin typeface="Rubik"/>
                <a:ea typeface="Rubik"/>
                <a:cs typeface="Rubik"/>
              </a:defRPr>
            </a:lvl2pPr>
            <a:lvl3pPr>
              <a:defRPr sz="1500" b="1">
                <a:solidFill>
                  <a:srgbClr val="D35CFF"/>
                </a:solidFill>
                <a:latin typeface="Rubik"/>
                <a:ea typeface="Rubik"/>
                <a:cs typeface="Rubik"/>
              </a:defRPr>
            </a:lvl3pPr>
            <a:lvl4pPr>
              <a:defRPr sz="1500" b="1">
                <a:solidFill>
                  <a:srgbClr val="D35CFF"/>
                </a:solidFill>
                <a:latin typeface="Rubik"/>
                <a:ea typeface="Rubik"/>
                <a:cs typeface="Rubik"/>
              </a:defRPr>
            </a:lvl4pPr>
            <a:lvl5pPr>
              <a:defRPr sz="1500" b="1">
                <a:solidFill>
                  <a:srgbClr val="D35CFF"/>
                </a:solidFill>
                <a:latin typeface="Rubik"/>
                <a:ea typeface="Rubik"/>
                <a:cs typeface="Rubik"/>
              </a:defRPr>
            </a:lvl5pPr>
            <a:lvl6pPr>
              <a:defRPr sz="1500" b="1">
                <a:solidFill>
                  <a:srgbClr val="D35CFF"/>
                </a:solidFill>
                <a:latin typeface="Rubik"/>
                <a:ea typeface="Rubik"/>
                <a:cs typeface="Rubik"/>
              </a:defRPr>
            </a:lvl6pPr>
            <a:lvl7pPr>
              <a:defRPr sz="1500" b="1">
                <a:solidFill>
                  <a:srgbClr val="D35CFF"/>
                </a:solidFill>
                <a:latin typeface="Rubik"/>
                <a:ea typeface="Rubik"/>
                <a:cs typeface="Rubik"/>
              </a:defRPr>
            </a:lvl7pPr>
            <a:lvl8pPr>
              <a:defRPr sz="1500" b="1">
                <a:solidFill>
                  <a:srgbClr val="D35CFF"/>
                </a:solidFill>
                <a:latin typeface="Rubik"/>
                <a:ea typeface="Rubik"/>
                <a:cs typeface="Rubik"/>
              </a:defRPr>
            </a:lvl8pPr>
            <a:lvl9pPr>
              <a:defRPr sz="1500" b="1">
                <a:solidFill>
                  <a:srgbClr val="D35CFF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defRPr sz="1500" b="1">
                <a:solidFill>
                  <a:srgbClr val="D35CFF"/>
                </a:solidFill>
                <a:latin typeface="Rubik"/>
                <a:ea typeface="Rubik"/>
                <a:cs typeface="Rubik"/>
              </a:defRPr>
            </a:pPr>
            <a:r>
              <a:rPr sz="1500" b="1">
                <a:solidFill>
                  <a:srgbClr val="D35CFF"/>
                </a:solidFill>
                <a:latin typeface="Rubik"/>
                <a:ea typeface="Rubik"/>
                <a:cs typeface="Rubik"/>
              </a:rPr>
              <a:t>PURPLE: linkage travel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2174BED-FC69-2D8A-D85A-71134B6EAC82}"/>
              </a:ext>
            </a:extLst>
          </p:cNvPr>
          <p:cNvSpPr>
            <a:spLocks noGrp="1"/>
          </p:cNvSpPr>
          <p:nvPr/>
        </p:nvSpPr>
        <p:spPr>
          <a:xfrm>
            <a:off x="1409700" y="4597400"/>
            <a:ext cx="2159000" cy="317500"/>
          </a:xfrm>
          <a:prstGeom prst="rect">
            <a:avLst/>
          </a:prstGeom>
          <a:solidFill>
            <a:srgbClr val="1A1517"/>
          </a:solidFill>
          <a:ln w="0">
            <a:noFill/>
          </a:ln>
        </p:spPr>
        <p:txBody>
          <a:bodyPr/>
          <a:lstStyle>
            <a:defPPr>
              <a:defRPr sz="13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defRPr sz="13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defRPr sz="13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defRPr sz="13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defRPr sz="13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defRPr sz="13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defRPr sz="13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defRPr sz="13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defRPr sz="13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defRPr sz="13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defRPr sz="13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300" b="1" dirty="0">
                <a:solidFill>
                  <a:srgbClr val="F5F1EE"/>
                </a:solidFill>
                <a:latin typeface="Rubik"/>
                <a:ea typeface="Rubik"/>
                <a:cs typeface="Rubik"/>
              </a:rPr>
              <a:t>Lever reference</a:t>
            </a:r>
          </a:p>
        </p:txBody>
      </p:sp>
    </p:spTree>
    <p:extLst>
      <p:ext uri="{BB962C8B-B14F-4D97-AF65-F5344CB8AC3E}">
        <p14:creationId xmlns:p14="http://schemas.microsoft.com/office/powerpoint/2010/main" val="5198235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5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440DCA0-F8DA-4765-AD48-3671B308485C}"/>
              </a:ext>
            </a:extLst>
          </p:cNvPr>
          <p:cNvSpPr>
            <a:spLocks noGrp="1"/>
          </p:cNvSpPr>
          <p:nvPr/>
        </p:nvSpPr>
        <p:spPr>
          <a:xfrm>
            <a:off x="809625" y="809625"/>
            <a:ext cx="10525125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defPPr>
            <a:lvl1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1pPr>
            <a:lvl2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2pPr>
            <a:lvl3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3pPr>
            <a:lvl4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4pPr>
            <a:lvl5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5pPr>
            <a:lvl6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6pPr>
            <a:lvl7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7pPr>
            <a:lvl8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8pPr>
            <a:lvl9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9pPr>
          </a:lstStyle>
          <a:p>
            <a: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pPr>
            <a:r>
              <a:rPr sz="3375" b="1">
                <a:solidFill>
                  <a:srgbClr val="F5F1EE"/>
                </a:solidFill>
                <a:latin typeface="Oswald"/>
                <a:ea typeface="Oswald"/>
                <a:cs typeface="Oswald"/>
              </a:rPr>
              <a:t>SPUR GEARS FOR THE STEERING RACK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5D24848-7DBD-4068-B0DF-5CAE42F8B48E}"/>
              </a:ext>
            </a:extLst>
          </p:cNvPr>
          <p:cNvSpPr>
            <a:spLocks noGrp="1"/>
          </p:cNvSpPr>
          <p:nvPr/>
        </p:nvSpPr>
        <p:spPr>
          <a:xfrm>
            <a:off x="809625" y="1466850"/>
            <a:ext cx="105727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defPPr>
            <a:lvl1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1pPr>
            <a:lvl2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2pPr>
            <a:lvl3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3pPr>
            <a:lvl4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4pPr>
            <a:lvl5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5pPr>
            <a:lvl6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6pPr>
            <a:lvl7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7pPr>
            <a:lvl8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8pPr>
            <a:lvl9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pPr>
            <a:r>
              <a:rPr sz="1575" b="0">
                <a:solidFill>
                  <a:srgbClr val="FF4D5A"/>
                </a:solidFill>
                <a:latin typeface="Rubik"/>
                <a:ea typeface="Rubik"/>
                <a:cs typeface="Rubik"/>
              </a:rPr>
              <a:t>Location: inside the steering-rack housing, at the base of the steering column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67F192A-5FE3-4785-8E49-571F303FEE40}"/>
              </a:ext>
            </a:extLst>
          </p:cNvPr>
          <p:cNvSpPr>
            <a:spLocks noGrp="1"/>
          </p:cNvSpPr>
          <p:nvPr/>
        </p:nvSpPr>
        <p:spPr>
          <a:xfrm>
            <a:off x="809625" y="2266950"/>
            <a:ext cx="542925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650" b="0">
                <a:solidFill>
                  <a:srgbClr val="F5F1EE"/>
                </a:solidFill>
                <a:latin typeface="Rubik"/>
                <a:ea typeface="Rubik"/>
                <a:cs typeface="Rubik"/>
              </a:rPr>
              <a:t>A spur pinion and straight-tooth rack convert steering rotation into sideways rack movement. Straight teeth simplify manufacturing and avoid helix-induced axial thrust.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5DB8A7-0B1B-4843-B95D-6CB4A445DF33}"/>
              </a:ext>
            </a:extLst>
          </p:cNvPr>
          <p:cNvSpPr>
            <a:spLocks noGrp="1"/>
          </p:cNvSpPr>
          <p:nvPr/>
        </p:nvSpPr>
        <p:spPr>
          <a:xfrm>
            <a:off x="809625" y="3429000"/>
            <a:ext cx="542925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650" b="0" dirty="0">
                <a:solidFill>
                  <a:srgbClr val="F5F1EE"/>
                </a:solidFill>
                <a:latin typeface="Rubik"/>
                <a:ea typeface="Rubik"/>
                <a:cs typeface="Rubik"/>
              </a:rPr>
              <a:t>Standard components could ease sourcing and replacement. Pinion size controls the effort–travel tradeoff, while proper support and adjustment help limit free play.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5F82E0-6C3A-47C7-A080-D52F2FD1DB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429500" y="2095500"/>
            <a:ext cx="3333750" cy="333375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B132141-4E96-4B36-B681-3E72D8A2726F}"/>
              </a:ext>
            </a:extLst>
          </p:cNvPr>
          <p:cNvSpPr>
            <a:spLocks noGrp="1"/>
          </p:cNvSpPr>
          <p:nvPr/>
        </p:nvSpPr>
        <p:spPr>
          <a:xfrm>
            <a:off x="11049000" y="6276975"/>
            <a:ext cx="6191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350" b="0">
                <a:solidFill>
                  <a:srgbClr val="F5F1EE"/>
                </a:solidFill>
                <a:latin typeface="Rubik"/>
                <a:ea typeface="Rubik"/>
                <a:cs typeface="Rubik"/>
              </a:rPr>
              <a:t>08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243C7C8-35E3-5818-85FC-4B1E6B300AFE}"/>
              </a:ext>
            </a:extLst>
          </p:cNvPr>
          <p:cNvSpPr>
            <a:spLocks noGrp="1"/>
          </p:cNvSpPr>
          <p:nvPr/>
        </p:nvSpPr>
        <p:spPr>
          <a:xfrm>
            <a:off x="7493000" y="2108200"/>
            <a:ext cx="1600200" cy="317500"/>
          </a:xfrm>
          <a:prstGeom prst="rect">
            <a:avLst/>
          </a:prstGeom>
          <a:solidFill>
            <a:srgbClr val="1A1517"/>
          </a:solidFill>
          <a:ln w="0">
            <a:noFill/>
          </a:ln>
        </p:spPr>
        <p:txBody>
          <a:bodyPr/>
          <a:lstStyle>
            <a:def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500" b="1" dirty="0">
                <a:solidFill>
                  <a:srgbClr val="F5F1EE"/>
                </a:solidFill>
                <a:latin typeface="Rubik"/>
                <a:ea typeface="Rubik"/>
                <a:cs typeface="Rubik"/>
              </a:rPr>
              <a:t>Spur pinion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1C0D017-DACA-A77D-E9D7-8F745CCBB930}"/>
              </a:ext>
            </a:extLst>
          </p:cNvPr>
          <p:cNvSpPr>
            <a:spLocks noGrp="1"/>
          </p:cNvSpPr>
          <p:nvPr/>
        </p:nvSpPr>
        <p:spPr>
          <a:xfrm>
            <a:off x="8128000" y="5562600"/>
            <a:ext cx="2921000" cy="317500"/>
          </a:xfrm>
          <a:prstGeom prst="rect">
            <a:avLst/>
          </a:prstGeom>
          <a:solidFill>
            <a:srgbClr val="1A1517"/>
          </a:solidFill>
          <a:ln w="0">
            <a:noFill/>
          </a:ln>
        </p:spPr>
        <p:txBody>
          <a:bodyPr/>
          <a:lstStyle>
            <a:def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5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Straight-tooth rack</a:t>
            </a:r>
          </a:p>
        </p:txBody>
      </p:sp>
    </p:spTree>
    <p:extLst>
      <p:ext uri="{BB962C8B-B14F-4D97-AF65-F5344CB8AC3E}">
        <p14:creationId xmlns:p14="http://schemas.microsoft.com/office/powerpoint/2010/main" val="10911522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5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D9FC75A-2073-4010-9A0B-B4145C4C2543}"/>
              </a:ext>
            </a:extLst>
          </p:cNvPr>
          <p:cNvSpPr>
            <a:spLocks noGrp="1"/>
          </p:cNvSpPr>
          <p:nvPr/>
        </p:nvSpPr>
        <p:spPr>
          <a:xfrm>
            <a:off x="809625" y="809625"/>
            <a:ext cx="10525125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defPPr>
            <a:lvl1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1pPr>
            <a:lvl2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2pPr>
            <a:lvl3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3pPr>
            <a:lvl4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4pPr>
            <a:lvl5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5pPr>
            <a:lvl6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6pPr>
            <a:lvl7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7pPr>
            <a:lvl8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8pPr>
            <a:lvl9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9pPr>
          </a:lstStyle>
          <a:p>
            <a: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pPr>
            <a:r>
              <a:rPr sz="3375" b="1">
                <a:solidFill>
                  <a:srgbClr val="F5F1EE"/>
                </a:solidFill>
                <a:latin typeface="Oswald"/>
                <a:ea typeface="Oswald"/>
                <a:cs typeface="Oswald"/>
              </a:rPr>
              <a:t>HELICAL GEARS FOR THE STEERING RACK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D9EBC32-3B8C-44C1-A8CD-B97B1D69BE0E}"/>
              </a:ext>
            </a:extLst>
          </p:cNvPr>
          <p:cNvSpPr>
            <a:spLocks noGrp="1"/>
          </p:cNvSpPr>
          <p:nvPr/>
        </p:nvSpPr>
        <p:spPr>
          <a:xfrm>
            <a:off x="809625" y="1466850"/>
            <a:ext cx="105727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defPPr>
            <a:lvl1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1pPr>
            <a:lvl2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2pPr>
            <a:lvl3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3pPr>
            <a:lvl4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4pPr>
            <a:lvl5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5pPr>
            <a:lvl6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6pPr>
            <a:lvl7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7pPr>
            <a:lvl8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8pPr>
            <a:lvl9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pPr>
            <a:r>
              <a:rPr sz="1575" b="0">
                <a:solidFill>
                  <a:srgbClr val="FF4D5A"/>
                </a:solidFill>
                <a:latin typeface="Rubik"/>
                <a:ea typeface="Rubik"/>
                <a:cs typeface="Rubik"/>
              </a:rPr>
              <a:t>Location: the same rack housing, using a matched angled-tooth rack and pinion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318DF1-1F3E-413F-8495-3D0EE1B7E9B8}"/>
              </a:ext>
            </a:extLst>
          </p:cNvPr>
          <p:cNvSpPr>
            <a:spLocks noGrp="1"/>
          </p:cNvSpPr>
          <p:nvPr/>
        </p:nvSpPr>
        <p:spPr>
          <a:xfrm>
            <a:off x="809625" y="2266950"/>
            <a:ext cx="542925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650" b="0">
                <a:solidFill>
                  <a:srgbClr val="F5F1EE"/>
                </a:solidFill>
                <a:latin typeface="Rubik"/>
                <a:ea typeface="Rubik"/>
                <a:cs typeface="Rubik"/>
              </a:rPr>
              <a:t>Angled teeth engage progressively and share load across more contact. This could make steering feel smoother and reduce gear-meshing vibration.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1C3D45-0AE8-4859-BC95-BCCB0B78B96F}"/>
              </a:ext>
            </a:extLst>
          </p:cNvPr>
          <p:cNvSpPr>
            <a:spLocks noGrp="1"/>
          </p:cNvSpPr>
          <p:nvPr/>
        </p:nvSpPr>
        <p:spPr>
          <a:xfrm>
            <a:off x="809625" y="3352800"/>
            <a:ext cx="542925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650" b="0" dirty="0">
                <a:solidFill>
                  <a:srgbClr val="F5F1EE"/>
                </a:solidFill>
                <a:latin typeface="Rubik"/>
                <a:ea typeface="Rubik"/>
                <a:cs typeface="Rubik"/>
              </a:rPr>
              <a:t>Helical gearing needs bearings that support axial thrust and a stiff housing. Test whether the smoother engagement justifies the added complexity.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48C3F5-6D80-40AF-B3E0-121ABC3EF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429500" y="2095500"/>
            <a:ext cx="3333750" cy="333375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F96A88F-8F2F-4307-9D04-FE8FAA5F7609}"/>
              </a:ext>
            </a:extLst>
          </p:cNvPr>
          <p:cNvSpPr>
            <a:spLocks noGrp="1"/>
          </p:cNvSpPr>
          <p:nvPr/>
        </p:nvSpPr>
        <p:spPr>
          <a:xfrm>
            <a:off x="11049000" y="6276975"/>
            <a:ext cx="6191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350" b="0">
                <a:solidFill>
                  <a:srgbClr val="F5F1EE"/>
                </a:solidFill>
                <a:latin typeface="Rubik"/>
                <a:ea typeface="Rubik"/>
                <a:cs typeface="Rubik"/>
              </a:rPr>
              <a:t>09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CFBA4C5-90BF-316C-47D0-0A0B8E46046E}"/>
              </a:ext>
            </a:extLst>
          </p:cNvPr>
          <p:cNvSpPr>
            <a:spLocks noGrp="1"/>
          </p:cNvSpPr>
          <p:nvPr/>
        </p:nvSpPr>
        <p:spPr>
          <a:xfrm>
            <a:off x="8826500" y="2133600"/>
            <a:ext cx="1905000" cy="317500"/>
          </a:xfrm>
          <a:prstGeom prst="rect">
            <a:avLst/>
          </a:prstGeom>
          <a:solidFill>
            <a:srgbClr val="1A1517"/>
          </a:solidFill>
          <a:ln w="0">
            <a:noFill/>
          </a:ln>
        </p:spPr>
        <p:txBody>
          <a:bodyPr/>
          <a:lstStyle>
            <a:def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500" b="1" dirty="0">
                <a:solidFill>
                  <a:srgbClr val="F5F1EE"/>
                </a:solidFill>
                <a:latin typeface="Rubik"/>
                <a:ea typeface="Rubik"/>
                <a:cs typeface="Rubik"/>
              </a:rPr>
              <a:t>Helical pinion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F6820D9-3DFB-E3B3-670F-A1D90E5F302B}"/>
              </a:ext>
            </a:extLst>
          </p:cNvPr>
          <p:cNvSpPr>
            <a:spLocks noGrp="1"/>
          </p:cNvSpPr>
          <p:nvPr/>
        </p:nvSpPr>
        <p:spPr>
          <a:xfrm>
            <a:off x="8128000" y="5562600"/>
            <a:ext cx="2794000" cy="317500"/>
          </a:xfrm>
          <a:prstGeom prst="rect">
            <a:avLst/>
          </a:prstGeom>
          <a:solidFill>
            <a:srgbClr val="1A1517"/>
          </a:solidFill>
          <a:ln w="0">
            <a:noFill/>
          </a:ln>
        </p:spPr>
        <p:txBody>
          <a:bodyPr/>
          <a:lstStyle>
            <a:def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500" b="1" dirty="0">
                <a:solidFill>
                  <a:srgbClr val="F5F1EE"/>
                </a:solidFill>
                <a:latin typeface="Rubik"/>
                <a:ea typeface="Rubik"/>
                <a:cs typeface="Rubik"/>
              </a:rPr>
              <a:t>Angled-tooth rack</a:t>
            </a:r>
          </a:p>
        </p:txBody>
      </p:sp>
    </p:spTree>
    <p:extLst>
      <p:ext uri="{BB962C8B-B14F-4D97-AF65-F5344CB8AC3E}">
        <p14:creationId xmlns:p14="http://schemas.microsoft.com/office/powerpoint/2010/main" val="15656478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5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2D70CD-F5FA-A574-C9E2-81723A455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A2E09F3-0509-8523-C016-0CFDBF40E047}"/>
              </a:ext>
            </a:extLst>
          </p:cNvPr>
          <p:cNvSpPr>
            <a:spLocks noGrp="1"/>
          </p:cNvSpPr>
          <p:nvPr/>
        </p:nvSpPr>
        <p:spPr>
          <a:xfrm>
            <a:off x="809625" y="809625"/>
            <a:ext cx="10525125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defPPr>
            <a:lvl1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1pPr>
            <a:lvl2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2pPr>
            <a:lvl3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3pPr>
            <a:lvl4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4pPr>
            <a:lvl5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5pPr>
            <a:lvl6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6pPr>
            <a:lvl7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7pPr>
            <a:lvl8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8pPr>
            <a:lvl9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9pPr>
          </a:lstStyle>
          <a:p>
            <a: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pPr>
            <a:r>
              <a:rPr lang="en-US" sz="3375" b="1" dirty="0">
                <a:solidFill>
                  <a:srgbClr val="F5F1EE"/>
                </a:solidFill>
                <a:latin typeface="Oswald"/>
                <a:ea typeface="Oswald"/>
                <a:cs typeface="Oswald"/>
              </a:rPr>
              <a:t>3D Printed Hand Guards for the Steering Wheel</a:t>
            </a:r>
            <a:endParaRPr sz="3375" b="1" dirty="0">
              <a:solidFill>
                <a:srgbClr val="F5F1EE"/>
              </a:solidFill>
              <a:latin typeface="Oswald"/>
              <a:ea typeface="Oswald"/>
              <a:cs typeface="Oswald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A89F9B0-917E-7CD1-97CF-9F00876E0E13}"/>
              </a:ext>
            </a:extLst>
          </p:cNvPr>
          <p:cNvSpPr>
            <a:spLocks noGrp="1"/>
          </p:cNvSpPr>
          <p:nvPr/>
        </p:nvSpPr>
        <p:spPr>
          <a:xfrm>
            <a:off x="809625" y="1466850"/>
            <a:ext cx="105727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defPPr>
            <a:lvl1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1pPr>
            <a:lvl2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2pPr>
            <a:lvl3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3pPr>
            <a:lvl4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4pPr>
            <a:lvl5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5pPr>
            <a:lvl6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6pPr>
            <a:lvl7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7pPr>
            <a:lvl8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8pPr>
            <a:lvl9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pPr>
            <a:r>
              <a:rPr sz="1575" b="0" dirty="0">
                <a:solidFill>
                  <a:srgbClr val="FF4D5A"/>
                </a:solidFill>
                <a:latin typeface="Rubik"/>
                <a:ea typeface="Rubik"/>
                <a:cs typeface="Rubik"/>
              </a:rPr>
              <a:t>Location: </a:t>
            </a:r>
            <a:r>
              <a:rPr lang="en-US" sz="1575" b="0" dirty="0">
                <a:solidFill>
                  <a:srgbClr val="FF4D5A"/>
                </a:solidFill>
                <a:latin typeface="Rubik"/>
                <a:ea typeface="Rubik"/>
                <a:cs typeface="Rubik"/>
              </a:rPr>
              <a:t>where the current plastic bottle hand guards are located</a:t>
            </a:r>
            <a:endParaRPr sz="1575" b="0" dirty="0">
              <a:solidFill>
                <a:srgbClr val="FF4D5A"/>
              </a:solidFill>
              <a:latin typeface="Rubik"/>
              <a:ea typeface="Rubik"/>
              <a:cs typeface="Rubik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2004E0A-F214-B2B5-3E57-4699561E01FB}"/>
              </a:ext>
            </a:extLst>
          </p:cNvPr>
          <p:cNvSpPr>
            <a:spLocks noGrp="1"/>
          </p:cNvSpPr>
          <p:nvPr/>
        </p:nvSpPr>
        <p:spPr>
          <a:xfrm>
            <a:off x="809625" y="2266950"/>
            <a:ext cx="542925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lang="en-US" sz="1650" b="0" dirty="0">
                <a:solidFill>
                  <a:srgbClr val="F5F1EE"/>
                </a:solidFill>
                <a:latin typeface="Rubik"/>
                <a:ea typeface="Rubik"/>
                <a:cs typeface="Rubik"/>
              </a:rPr>
              <a:t>By designing and 3D printing han</a:t>
            </a:r>
            <a:r>
              <a:rPr lang="en-US" dirty="0"/>
              <a:t>d</a:t>
            </a:r>
            <a:r>
              <a:rPr lang="en-US" sz="1650" b="0" dirty="0">
                <a:solidFill>
                  <a:srgbClr val="F5F1EE"/>
                </a:solidFill>
                <a:latin typeface="Rubik"/>
                <a:ea typeface="Rubik"/>
                <a:cs typeface="Rubik"/>
              </a:rPr>
              <a:t> guards it can be more ergonomic and designed to better protect against mud getting on the steering wheel.</a:t>
            </a:r>
            <a:endParaRPr sz="1650" b="0" dirty="0">
              <a:solidFill>
                <a:srgbClr val="F5F1EE"/>
              </a:solidFill>
              <a:latin typeface="Rubik"/>
              <a:ea typeface="Rubik"/>
              <a:cs typeface="Rubik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5465DEA-C506-C3B1-1B5E-731F69D4D7B2}"/>
              </a:ext>
            </a:extLst>
          </p:cNvPr>
          <p:cNvSpPr>
            <a:spLocks noGrp="1"/>
          </p:cNvSpPr>
          <p:nvPr/>
        </p:nvSpPr>
        <p:spPr>
          <a:xfrm>
            <a:off x="809625" y="3352800"/>
            <a:ext cx="542925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lang="en-US" sz="1650" b="0" dirty="0">
                <a:solidFill>
                  <a:srgbClr val="F5F1EE"/>
                </a:solidFill>
                <a:latin typeface="Rubik"/>
                <a:ea typeface="Rubik"/>
                <a:cs typeface="Rubik"/>
              </a:rPr>
              <a:t>By measuring the steering wheel and using the measurements in the design there will be no gaps where th</a:t>
            </a:r>
            <a:r>
              <a:rPr lang="en-US" dirty="0"/>
              <a:t>e mud can get through. Also, a top cap can be added to prevent it from falling from above.</a:t>
            </a:r>
            <a:endParaRPr sz="1650" b="0" dirty="0">
              <a:solidFill>
                <a:srgbClr val="F5F1EE"/>
              </a:solidFill>
              <a:latin typeface="Rubik"/>
              <a:ea typeface="Rubik"/>
              <a:cs typeface="Rubik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D96D96-B5E9-D5DC-D5F0-2626EC736764}"/>
              </a:ext>
            </a:extLst>
          </p:cNvPr>
          <p:cNvSpPr>
            <a:spLocks noGrp="1"/>
          </p:cNvSpPr>
          <p:nvPr/>
        </p:nvSpPr>
        <p:spPr>
          <a:xfrm>
            <a:off x="11049000" y="6276975"/>
            <a:ext cx="6191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350" b="0">
                <a:solidFill>
                  <a:srgbClr val="F5F1EE"/>
                </a:solidFill>
                <a:latin typeface="Rubik"/>
                <a:ea typeface="Rubik"/>
                <a:cs typeface="Rubik"/>
              </a:rPr>
              <a:t>09</a:t>
            </a:r>
          </a:p>
        </p:txBody>
      </p:sp>
      <p:pic>
        <p:nvPicPr>
          <p:cNvPr id="7" name="Picture 6" descr="The image shows a multifunctional meter attached to a dirt bike, indicating a measurement device.&#10;&#10;AI-generated content may be incorrect.">
            <a:extLst>
              <a:ext uri="{FF2B5EF4-FFF2-40B4-BE49-F238E27FC236}">
                <a16:creationId xmlns:a16="http://schemas.microsoft.com/office/drawing/2014/main" id="{540F4B7A-40CE-E613-49B6-335294097E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0128" y="4123166"/>
            <a:ext cx="3391945" cy="2535967"/>
          </a:xfrm>
          <a:prstGeom prst="rect">
            <a:avLst/>
          </a:prstGeom>
        </p:spPr>
      </p:pic>
      <p:pic>
        <p:nvPicPr>
          <p:cNvPr id="11" name="Picture 10" descr="The image depicts a grid with a simple drawing of a rectangular box with a circular hole on one side, resembling a cylinder or a cylindrical container.&#10;&#10;AI-generated content may be incorrect.">
            <a:extLst>
              <a:ext uri="{FF2B5EF4-FFF2-40B4-BE49-F238E27FC236}">
                <a16:creationId xmlns:a16="http://schemas.microsoft.com/office/drawing/2014/main" id="{4D628BD3-350B-F6F4-71E9-24137A39E3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1194" y="1326231"/>
            <a:ext cx="2472155" cy="2576948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6D71BDC0-88C9-3EA7-3352-24848E1C877C}"/>
              </a:ext>
            </a:extLst>
          </p:cNvPr>
          <p:cNvSpPr>
            <a:spLocks noGrp="1"/>
          </p:cNvSpPr>
          <p:nvPr/>
        </p:nvSpPr>
        <p:spPr>
          <a:xfrm>
            <a:off x="6985000" y="6311900"/>
            <a:ext cx="2095500" cy="317500"/>
          </a:xfrm>
          <a:prstGeom prst="rect">
            <a:avLst/>
          </a:prstGeom>
          <a:solidFill>
            <a:srgbClr val="1A1517"/>
          </a:solidFill>
          <a:ln w="0">
            <a:noFill/>
          </a:ln>
        </p:spPr>
        <p:txBody>
          <a:bodyPr/>
          <a:lstStyle>
            <a:def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5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Existing guard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E2839FC-177F-D2B8-C087-9B695894CCDF}"/>
              </a:ext>
            </a:extLst>
          </p:cNvPr>
          <p:cNvSpPr>
            <a:spLocks noGrp="1"/>
          </p:cNvSpPr>
          <p:nvPr/>
        </p:nvSpPr>
        <p:spPr>
          <a:xfrm>
            <a:off x="6985000" y="2603500"/>
            <a:ext cx="1841500" cy="317500"/>
          </a:xfrm>
          <a:prstGeom prst="rect">
            <a:avLst/>
          </a:prstGeom>
          <a:solidFill>
            <a:srgbClr val="1A1517"/>
          </a:solidFill>
          <a:ln w="0">
            <a:noFill/>
          </a:ln>
        </p:spPr>
        <p:txBody>
          <a:bodyPr/>
          <a:lstStyle>
            <a:def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defRPr sz="15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500" b="1" dirty="0">
                <a:solidFill>
                  <a:srgbClr val="F5F1EE"/>
                </a:solidFill>
                <a:latin typeface="Rubik"/>
                <a:ea typeface="Rubik"/>
                <a:cs typeface="Rubik"/>
              </a:rPr>
              <a:t>Guard sketch</a:t>
            </a:r>
          </a:p>
        </p:txBody>
      </p:sp>
    </p:spTree>
    <p:extLst>
      <p:ext uri="{BB962C8B-B14F-4D97-AF65-F5344CB8AC3E}">
        <p14:creationId xmlns:p14="http://schemas.microsoft.com/office/powerpoint/2010/main" val="1128849653"/>
      </p:ext>
    </p:extLst>
  </p:cSld>
  <p:clrMapOvr>
    <a:masterClrMapping/>
  </p:clrMapOvr>
</p:sld>
</file>

<file path=ppt/theme/theme1.xml><?xml version="1.0" encoding="utf-8"?>
<a:theme xmlns:a="http://schemas.openxmlformats.org/drawingml/2006/main" name="Baja SAE Driver–Pit Comms">
  <a:themeElements>
    <a:clrScheme name="Baja SAE Driver–Pit Comms">
      <a:dk1>
        <a:srgbClr val="121012"/>
      </a:dk1>
      <a:lt1>
        <a:srgbClr val="B9B0AE"/>
      </a:lt1>
      <a:dk2>
        <a:srgbClr val="232022"/>
      </a:dk2>
      <a:lt2>
        <a:srgbClr val="8F8887"/>
      </a:lt2>
      <a:accent1>
        <a:srgbClr val="FF4D5A"/>
      </a:accent1>
      <a:accent2>
        <a:srgbClr val="C8102E"/>
      </a:accent2>
      <a:accent3>
        <a:srgbClr val="3A3133"/>
      </a:accent3>
      <a:accent4>
        <a:srgbClr val="9AA0A6"/>
      </a:accent4>
      <a:accent5>
        <a:srgbClr val="767070"/>
      </a:accent5>
      <a:accent6>
        <a:srgbClr val="5D5858"/>
      </a:accent6>
      <a:hlink>
        <a:srgbClr val="0563C1"/>
      </a:hlink>
      <a:folHlink>
        <a:srgbClr val="954F72"/>
      </a:folHlink>
    </a:clrScheme>
    <a:fontScheme name="Baja SAE Driver–Pit Comms">
      <a:majorFont>
        <a:latin typeface="Oswa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ubik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Baja SAE Driver–Pit Comms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Baja SAE Driver–Pit Comms">
  <a:themeElements>
    <a:clrScheme name="Baja SAE Driver–Pit Comms">
      <a:dk1>
        <a:srgbClr val="121012"/>
      </a:dk1>
      <a:lt1>
        <a:srgbClr val="B9B0AE"/>
      </a:lt1>
      <a:dk2>
        <a:srgbClr val="232022"/>
      </a:dk2>
      <a:lt2>
        <a:srgbClr val="8F8887"/>
      </a:lt2>
      <a:accent1>
        <a:srgbClr val="FF4D5A"/>
      </a:accent1>
      <a:accent2>
        <a:srgbClr val="C8102E"/>
      </a:accent2>
      <a:accent3>
        <a:srgbClr val="3A3133"/>
      </a:accent3>
      <a:accent4>
        <a:srgbClr val="9AA0A6"/>
      </a:accent4>
      <a:accent5>
        <a:srgbClr val="767070"/>
      </a:accent5>
      <a:accent6>
        <a:srgbClr val="5D5858"/>
      </a:accent6>
      <a:hlink>
        <a:srgbClr val="0563C1"/>
      </a:hlink>
      <a:folHlink>
        <a:srgbClr val="954F72"/>
      </a:folHlink>
    </a:clrScheme>
    <a:fontScheme name="Baja SAE Driver–Pit Comms">
      <a:majorFont>
        <a:latin typeface="Oswa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ubik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Baja SAE Driver–Pit Comms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1021</Words>
  <Application>Microsoft Office PowerPoint</Application>
  <DocSecurity>0</DocSecurity>
  <PresentationFormat>Widescreen</PresentationFormat>
  <Paragraphs>162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Rubik</vt:lpstr>
      <vt:lpstr>Oswald</vt:lpstr>
      <vt:lpstr>Baja SAE Driver–Pit Comms</vt:lpstr>
      <vt:lpstr>PowerPoint Presentation</vt:lpstr>
      <vt:lpstr>PowerPoint Presentation</vt:lpstr>
      <vt:lpstr>MURS RADIO KIT</vt:lpstr>
      <vt:lpstr>FRS RADIO KIT</vt:lpstr>
      <vt:lpstr>BLUETOOTH MESH COMMUNICATION</vt:lpstr>
      <vt:lpstr>DEDICATED RACE RADIO KIT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Jacob Gilliam</cp:lastModifiedBy>
  <cp:revision>1</cp:revision>
  <dcterms:created xsi:type="dcterms:W3CDTF">2026-10-25T19:33:19Z</dcterms:created>
  <dcterms:modified xsi:type="dcterms:W3CDTF">2026-10-25T23:20:58Z</dcterms:modified>
</cp:coreProperties>
</file>