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5" r:id="rId8"/>
    <p:sldId id="266" r:id="rId9"/>
    <p:sldId id="267" r:id="rId10"/>
    <p:sldId id="262" r:id="rId11"/>
    <p:sldId id="263" r:id="rId12"/>
    <p:sldId id="264" r:id="rId13"/>
  </p:sldIdLst>
  <p:sldSz cx="12192000" cy="6858000"/>
  <p:notesSz cx="6858000" cy="12192000"/>
  <p:embeddedFontLst>
    <p:embeddedFont>
      <p:font typeface="Oswald" panose="00000500000000000000" pitchFamily="2" charset="77"/>
      <p:regular r:id="rId15"/>
      <p:bold r:id="rId16"/>
    </p:embeddedFont>
    <p:embeddedFont>
      <p:font typeface="Rubik" pitchFamily="2" charset="-79"/>
      <p:regular r:id="rId17"/>
      <p:bold r:id="rId18"/>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2" d="100"/>
          <a:sy n="122" d="100"/>
        </p:scale>
        <p:origin x="392"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082695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Short version: the research is done, we have an off-the-shelf, license-free solution, and this deck explains why Option A is the pick.</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overview of what we looked at. A and B share the same Rugged Radios driver kit (car harness, helmet kit, steering-wheel push-to-talk) and differ only in the radio. C is wireless helmet-to-helmet. D is a complete one-vendor race kit that needs a business-band license. Costs are core kits at October 2026 list prices.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 A is a real race setup: helmet kit, steering-wheel push-to-talk, car harness, on a license-free band. The MURS radio has a removable antenna, so the radio can sit protected inside the frame while the antenna goes up on the cage.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Range: BTECH doesn’t publish a range figure. Published estimates for 2 W MURS are 1–5 miles, toward the top end on flat, open ground; even the low end is about twice our 750 m target. We confirm with a range walk before testing. Shock: no maker publishes a g rating for these radios, so we plan an isolated mount and a shake test against the 10 g threshold. The VoC asks for about 20 hours per competition; one battery is rated up to 18, so the spare radio covers it. Rules covered: B.5.1 helmet, B.10.7 RF, D.8.3.7.2 refueling, Tech B.8.1 egress, B.10.1.1.7 battery mounting, B.13.6.2.4 RFID band.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 is the backup if budget gets tight: same Rugged driver kit with BTECH FRS radios. C is Cardo Packtalk Outdoor, the simplest install, but its rated talk time and motorcycle-oriented audio are weak spots for us. D is Rugged’s complete Driver &amp; Crew Chief kit with R1 radios, which runs on business band and needs a license.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Rugged driver kit ties the helmet kit, the steering-wheel push-to-talk button and the radio together. A quick-release coil cord lets the driver get out in under 5 seconds and unplug before refueling. The BTECH MURS-V2 bolts inside the frame; its SMA antenna port lets us put the antenna up on the cage, away from the transponder and RFID tag. The pit uses a second MURS-V2 with a 2-pin crew headset. We’ll confirm the 2-pin fit with Rugged before ordering. Range estimate: published figures for 2 W MURS radios are 1–5 miles (about 1.6–8 km), toward the top end on flat, open ground like the Arizona site. Even the low end is about twice the SOW’s 750 m target; we’ll confirm with a range walk.</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325A6A-8EAC-3E07-0CF8-2AEA2A1826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1EDF81-CE26-1313-765E-852FA0BD9A7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2BAC05-35CD-64C8-0DEF-2C567DA6AC1A}"/>
              </a:ext>
            </a:extLst>
          </p:cNvPr>
          <p:cNvSpPr>
            <a:spLocks noGrp="1"/>
          </p:cNvSpPr>
          <p:nvPr>
            <p:ph type="body" idx="1"/>
          </p:nvPr>
        </p:nvSpPr>
        <p:spPr/>
        <p:txBody>
          <a:bodyPr/>
          <a:lstStyle/>
          <a:p>
            <a:r>
              <a:rPr lang="en-US" dirty="0"/>
              <a:t>Option B uses the same Rugged driver kit as A: helmet kit, car harness, steering-wheel PTT and radio jumper, with the same quick-release coil cord for egress and refueling. The difference is the radio. FRS radios have a fixed antenna by law, so there’s no cage antenna; the radio itself has to be mounted high with a clear view, which leaves it more exposed to mud and hits. Range estimate: Cobra lists 1.5 to 3+ miles for 2 W handhelds on flat, unobstructed ground. FRS has 22 shared channels, which get crowded at events. BTECH’s listing doesn’t clearly state the FRS radio’s jack type, so the 2-pin fit would need confirming.</a:t>
            </a:r>
          </a:p>
        </p:txBody>
      </p:sp>
      <p:sp>
        <p:nvSpPr>
          <p:cNvPr id="4" name="Slide Number Placeholder 3">
            <a:extLst>
              <a:ext uri="{FF2B5EF4-FFF2-40B4-BE49-F238E27FC236}">
                <a16:creationId xmlns:a16="http://schemas.microsoft.com/office/drawing/2014/main" id="{7F4D80B7-388B-69B3-701F-4B2C10F2C185}"/>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35580716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275632-1B27-14FF-0C2A-CEE3AB66AB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99EACB-7920-FEBA-0E64-84D509CD68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7FE6DF-6B49-AFF5-FD5D-6CCF3148DBFE}"/>
              </a:ext>
            </a:extLst>
          </p:cNvPr>
          <p:cNvSpPr>
            <a:spLocks noGrp="1"/>
          </p:cNvSpPr>
          <p:nvPr>
            <p:ph type="body" idx="1"/>
          </p:nvPr>
        </p:nvSpPr>
        <p:spPr/>
        <p:txBody>
          <a:bodyPr/>
          <a:lstStyle/>
          <a:p>
            <a:r>
              <a:rPr lang="en-US" dirty="0"/>
              <a:t>Option C is Cardo’s Packtalk Outdoor: a unit clamps to each helmet, with its own speakers and mic, and talks hands-free over a Bluetooth mesh. Nothing is wired into the car, so there’s no cord to unplug for egress or refueling. The maker rates about 1 km between two units and up to about 5 km across a group of up to 15, so crew with extra units at far turns can relay. The weak spots for us: about 10 hours of talk time against our roughly 20-hour need, audio designed for motorcycles rather than a CVT right behind the helmet, and only a small margin over our 750 m range target.</a:t>
            </a:r>
          </a:p>
        </p:txBody>
      </p:sp>
      <p:sp>
        <p:nvSpPr>
          <p:cNvPr id="4" name="Slide Number Placeholder 3">
            <a:extLst>
              <a:ext uri="{FF2B5EF4-FFF2-40B4-BE49-F238E27FC236}">
                <a16:creationId xmlns:a16="http://schemas.microsoft.com/office/drawing/2014/main" id="{38C786EA-DE14-1476-93C5-3B36B447D88F}"/>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34211484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B771BB-F9FD-E317-8620-E042EF4B2D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3FCAF3-888B-5522-F2DC-D7181313392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171C2C-BD09-272D-62F5-AD6DAFB7B73E}"/>
              </a:ext>
            </a:extLst>
          </p:cNvPr>
          <p:cNvSpPr>
            <a:spLocks noGrp="1"/>
          </p:cNvSpPr>
          <p:nvPr>
            <p:ph type="body" idx="1"/>
          </p:nvPr>
        </p:nvSpPr>
        <p:spPr/>
        <p:txBody>
          <a:bodyPr/>
          <a:lstStyle/>
          <a:p>
            <a:r>
              <a:rPr lang="en-US" dirty="0"/>
              <a:t>Option D is Rugged Radios’ Offroad Driver &amp; Crew Chief kit: two R1 handheld radios, the wired car harness with helmet kit, radio jumper, steering-wheel PTT, an aluminum radio box for the car, and an H42 crew headset with radio belt and coil cord for the pit. Everything comes from one vendor, so fit isn’t a question. The R1 is a 5 W dual-band business-band radio, which needs an FCC business license, and Rugged doesn’t publish a range figure. That license requirement, plus the higher cost, is why we didn’t pick it.</a:t>
            </a:r>
          </a:p>
        </p:txBody>
      </p:sp>
      <p:sp>
        <p:nvSpPr>
          <p:cNvPr id="4" name="Slide Number Placeholder 3">
            <a:extLst>
              <a:ext uri="{FF2B5EF4-FFF2-40B4-BE49-F238E27FC236}">
                <a16:creationId xmlns:a16="http://schemas.microsoft.com/office/drawing/2014/main" id="{79AE40DC-A8B4-C3AA-63F1-8F00D4FFBDE8}"/>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394940545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$1,500 is the SOW goal for purchased parts across all five control systems, so comms at about $417 leaves most of the budget for steering, throttle, brakes and 4WD. The spare radio doubles as a second battery to cover the roughly 20 hours of use the VoC asks for. The pit headset is Rugged’s H42 with PTT; it needs the CC-KEN cord to plug into a 2-pin radio. The DPD antenna is tuned for MURS and comes with 17 ft of coax and an SMA plug; it’s 46 in. tall and ships on a magnet mount, so we’d bolt its NMO base to a bracket on the cage instead.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Dates come from our Gantt chart and SOW: order in the Dec 7–13 “finalize design, order parts” week, well ahead of the Feb 1 part-selection and Mar 1 off-the-shelf deadlines. The SOW targets March 15 for assemblies ready for integrated testing (threshold March 31), and the testing phase starts March 29.</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12101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502890"/>
          </a:xfrm>
          <a:prstGeom prst="rect">
            <a:avLst/>
          </a:prstGeom>
          <a:noFill/>
          <a:ln/>
        </p:spPr>
        <p:txBody>
          <a:bodyPr wrap="square" lIns="0" tIns="0" rIns="0" bIns="0" rtlCol="0" anchor="t"/>
          <a:lstStyle>
            <a:lvl1pPr marL="0" indent="0" algn="l">
              <a:lnSpc>
                <a:spcPct val="115000"/>
              </a:lnSpc>
              <a:buNone/>
              <a:defRPr lang="en-US" sz="3600" dirty="0">
                <a:solidFill>
                  <a:srgbClr val="F5F1EE"/>
                </a:solidFill>
                <a:latin typeface="Oswald" pitchFamily="34" charset="0"/>
                <a:ea typeface="Oswald" pitchFamily="34" charset="-122"/>
                <a:cs typeface="Oswald"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620490"/>
            <a:ext cx="10566400" cy="4424710"/>
          </a:xfrm>
          <a:prstGeom prst="rect">
            <a:avLst/>
          </a:prstGeom>
          <a:noFill/>
          <a:ln/>
        </p:spPr>
        <p:txBody>
          <a:bodyPr wrap="square" lIns="0" tIns="0" rIns="0" bIns="0" rtlCol="0" anchor="t"/>
          <a:lstStyle>
            <a:lvl1pPr marL="0" indent="0" algn="l">
              <a:lnSpc>
                <a:spcPct val="140000"/>
              </a:lnSpc>
              <a:buNone/>
              <a:defRPr lang="en-US" sz="1600" dirty="0">
                <a:solidFill>
                  <a:srgbClr val="B9B0AE"/>
                </a:solidFill>
                <a:latin typeface="Rubik" pitchFamily="34" charset="0"/>
                <a:ea typeface="Rubik" pitchFamily="34" charset="-122"/>
                <a:cs typeface="Rubik"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12101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502890"/>
          </a:xfrm>
          <a:prstGeom prst="rect">
            <a:avLst/>
          </a:prstGeom>
          <a:noFill/>
          <a:ln/>
        </p:spPr>
        <p:txBody>
          <a:bodyPr wrap="square" lIns="0" tIns="0" rIns="0" bIns="0" rtlCol="0" anchor="t"/>
          <a:lstStyle>
            <a:lvl1pPr marL="0" indent="0" algn="l">
              <a:lnSpc>
                <a:spcPct val="115000"/>
              </a:lnSpc>
              <a:buNone/>
              <a:defRPr lang="en-US" sz="3600" dirty="0">
                <a:solidFill>
                  <a:srgbClr val="F5F1EE"/>
                </a:solidFill>
                <a:latin typeface="Oswald" pitchFamily="34" charset="0"/>
                <a:ea typeface="Oswald" pitchFamily="34" charset="-122"/>
                <a:cs typeface="Oswald"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620490"/>
            <a:ext cx="10566400" cy="4424710"/>
          </a:xfrm>
          <a:prstGeom prst="rect">
            <a:avLst/>
          </a:prstGeom>
          <a:noFill/>
          <a:ln/>
        </p:spPr>
        <p:txBody>
          <a:bodyPr wrap="square" lIns="0" tIns="0" rIns="0" bIns="0" rtlCol="0" anchor="t"/>
          <a:lstStyle>
            <a:lvl1pPr marL="0" indent="0" algn="l">
              <a:lnSpc>
                <a:spcPct val="140000"/>
              </a:lnSpc>
              <a:buNone/>
              <a:defRPr lang="en-US" sz="1600" dirty="0">
                <a:solidFill>
                  <a:srgbClr val="B9B0AE"/>
                </a:solidFill>
                <a:latin typeface="Rubik" pitchFamily="34" charset="0"/>
                <a:ea typeface="Rubik" pitchFamily="34" charset="-122"/>
                <a:cs typeface="Rubik" pitchFamily="34" charset="-120"/>
              </a:defRPr>
            </a:lvl1pPr>
          </a:lstStyle>
          <a:p>
            <a:pPr marL="0" indent="0" algn="l">
              <a:lnSpc>
                <a:spcPct val="140000"/>
              </a:lnSpc>
              <a:buNone/>
            </a:pPr>
            <a:endParaRPr lang="en-US" sz="1600"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hyperlink" Target="https://midlandusa.com/blogs/blog/cornell-students-take-midland-headsets-to-the-buggie-for-baja-racing" TargetMode="External"/><Relationship Id="rId13" Type="http://schemas.openxmlformats.org/officeDocument/2006/relationships/hyperlink" Target="https://miklor.com/COM/UV_HowFarMURS.php" TargetMode="External"/><Relationship Id="rId3" Type="http://schemas.openxmlformats.org/officeDocument/2006/relationships/hyperlink" Target="https://www.ruggedradios.com/products/offroad-driver-only-communication-kit-without-radio" TargetMode="External"/><Relationship Id="rId7" Type="http://schemas.openxmlformats.org/officeDocument/2006/relationships/hyperlink" Target="https://www.utvsource.com/cardo-systems-packtalk-outdoor-wireless-handsfree-intercom/" TargetMode="External"/><Relationship Id="rId12" Type="http://schemas.openxmlformats.org/officeDocument/2006/relationships/hyperlink" Target="https://www.onesdr.com/range-of-murs-radios"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hyperlink" Target="https://baofengtech.com/product-category/radios-accessories/frs-a1/" TargetMode="External"/><Relationship Id="rId11" Type="http://schemas.openxmlformats.org/officeDocument/2006/relationships/hyperlink" Target="https://dpdproductions.com/products/murs-5-8-wave-mobile-antenna" TargetMode="External"/><Relationship Id="rId5" Type="http://schemas.openxmlformats.org/officeDocument/2006/relationships/hyperlink" Target="https://baofengtech.com/murs-v2" TargetMode="External"/><Relationship Id="rId10" Type="http://schemas.openxmlformats.org/officeDocument/2006/relationships/hyperlink" Target="https://ruggedterrain.com/products/radio-to-headset-coil-cord-for-2-pin-rugged-rh5r-kenwood-hyt-relm-radios" TargetMode="External"/><Relationship Id="rId4" Type="http://schemas.openxmlformats.org/officeDocument/2006/relationships/hyperlink" Target="https://www.ruggedradios.com/products/offroad-driver-and-crew-chief-racing-kit-with-r1-radios" TargetMode="External"/><Relationship Id="rId9" Type="http://schemas.openxmlformats.org/officeDocument/2006/relationships/hyperlink" Target="https://www.ruggedradios.com/products/h42-behind-the-head-headset-with-ptt" TargetMode="External"/><Relationship Id="rId14" Type="http://schemas.openxmlformats.org/officeDocument/2006/relationships/hyperlink" Target="https://forums.24hoursoflemons.com/viewtopic.php?id=36642"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C8102E"/>
          </a:solidFill>
          <a:ln/>
        </p:spPr>
        <p:txBody>
          <a:bodyPr/>
          <a:lstStyle/>
          <a:p>
            <a:endParaRPr lang="en-US"/>
          </a:p>
        </p:txBody>
      </p:sp>
      <p:sp>
        <p:nvSpPr>
          <p:cNvPr id="3" name="Text 1"/>
          <p:cNvSpPr/>
          <p:nvPr/>
        </p:nvSpPr>
        <p:spPr>
          <a:xfrm>
            <a:off x="812800" y="182632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FF4D5A"/>
                </a:solidFill>
                <a:latin typeface="Rubik" pitchFamily="34" charset="0"/>
                <a:ea typeface="Rubik" pitchFamily="34" charset="-122"/>
                <a:cs typeface="Rubik" pitchFamily="34" charset="-120"/>
              </a:rPr>
              <a:t>AGGIE BAJA CONTROLS</a:t>
            </a:r>
            <a:endParaRPr lang="en-US" sz="1200" dirty="0"/>
          </a:p>
        </p:txBody>
      </p:sp>
      <p:sp>
        <p:nvSpPr>
          <p:cNvPr id="4" name="Text 2"/>
          <p:cNvSpPr>
            <a:spLocks noGrp="1"/>
          </p:cNvSpPr>
          <p:nvPr>
            <p:ph type="title"/>
          </p:nvPr>
        </p:nvSpPr>
        <p:spPr>
          <a:xfrm>
            <a:off x="812800" y="2242840"/>
            <a:ext cx="10883392" cy="1625600"/>
          </a:xfrm>
          <a:prstGeom prst="rect">
            <a:avLst/>
          </a:prstGeom>
          <a:noFill/>
          <a:ln/>
        </p:spPr>
        <p:txBody>
          <a:bodyPr wrap="square" lIns="0" tIns="0" rIns="0" bIns="0" rtlCol="0" anchor="t">
            <a:normAutofit/>
          </a:bodyPr>
          <a:lstStyle/>
          <a:p>
            <a:pPr marL="0" indent="0" algn="l">
              <a:lnSpc>
                <a:spcPts val="6300"/>
              </a:lnSpc>
              <a:buNone/>
            </a:pPr>
            <a:r>
              <a:rPr lang="en-US" sz="6000" b="1" i="0" kern="0" spc="50" dirty="0">
                <a:solidFill>
                  <a:srgbClr val="F5F1EE"/>
                </a:solidFill>
                <a:latin typeface="Oswald" pitchFamily="34" charset="0"/>
                <a:ea typeface="Oswald" pitchFamily="34" charset="-122"/>
                <a:cs typeface="Oswald" pitchFamily="34" charset="-120"/>
              </a:rPr>
              <a:t>DRIVER-TO-PIT</a:t>
            </a:r>
            <a:endParaRPr lang="en-US" sz="6000" dirty="0"/>
          </a:p>
          <a:p>
            <a:pPr marL="0" indent="0" algn="l">
              <a:lnSpc>
                <a:spcPts val="6300"/>
              </a:lnSpc>
              <a:buNone/>
            </a:pPr>
            <a:r>
              <a:rPr lang="en-US" sz="6000" b="1" i="0" kern="0" spc="50" dirty="0">
                <a:solidFill>
                  <a:srgbClr val="F5F1EE"/>
                </a:solidFill>
                <a:latin typeface="Oswald" pitchFamily="34" charset="0"/>
                <a:ea typeface="Oswald" pitchFamily="34" charset="-122"/>
                <a:cs typeface="Oswald" pitchFamily="34" charset="-120"/>
              </a:rPr>
              <a:t>COMMS</a:t>
            </a:r>
            <a:endParaRPr lang="en-US" sz="6000" dirty="0"/>
          </a:p>
        </p:txBody>
      </p:sp>
      <p:sp>
        <p:nvSpPr>
          <p:cNvPr id="5" name="Text 3"/>
          <p:cNvSpPr/>
          <p:nvPr/>
        </p:nvSpPr>
        <p:spPr>
          <a:xfrm>
            <a:off x="812800" y="4046240"/>
            <a:ext cx="6278880" cy="59432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B9B0AE"/>
                </a:solidFill>
                <a:latin typeface="Rubik" pitchFamily="34" charset="0"/>
                <a:ea typeface="Rubik" pitchFamily="34" charset="-122"/>
                <a:cs typeface="Rubik" pitchFamily="34" charset="-120"/>
              </a:rPr>
              <a:t>Why we’re going with Option A: MURS radios + the Rugged Radios driver kit</a:t>
            </a:r>
            <a:endParaRPr lang="en-US" sz="1600" dirty="0"/>
          </a:p>
        </p:txBody>
      </p:sp>
      <p:sp>
        <p:nvSpPr>
          <p:cNvPr id="6" name="Text 4"/>
          <p:cNvSpPr/>
          <p:nvPr/>
        </p:nvSpPr>
        <p:spPr>
          <a:xfrm>
            <a:off x="812800" y="481836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9B0AE"/>
                </a:solidFill>
                <a:latin typeface="Rubik" pitchFamily="34" charset="0"/>
                <a:ea typeface="Rubik" pitchFamily="34" charset="-122"/>
                <a:cs typeface="Rubik" pitchFamily="34" charset="-120"/>
              </a:rPr>
              <a:t>Alex · October 2026</a:t>
            </a:r>
            <a:endParaRPr lang="en-US" sz="1200" dirty="0"/>
          </a:p>
        </p:txBody>
      </p:sp>
      <p:pic>
        <p:nvPicPr>
          <p:cNvPr id="7" name="Image 0" descr="Aggie Baja Controls (A.B.C.) logo"/>
          <p:cNvPicPr>
            <a:picLocks noChangeAspect="1"/>
          </p:cNvPicPr>
          <p:nvPr/>
        </p:nvPicPr>
        <p:blipFill>
          <a:blip r:embed="rId3"/>
          <a:srcRect/>
          <a:stretch/>
        </p:blipFill>
        <p:spPr>
          <a:xfrm>
            <a:off x="7569200" y="1524000"/>
            <a:ext cx="3810000" cy="3810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21012"/>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kern="0" spc="50" dirty="0">
                <a:solidFill>
                  <a:srgbClr val="F5F1EE"/>
                </a:solidFill>
                <a:latin typeface="Oswald" pitchFamily="34" charset="0"/>
                <a:ea typeface="Oswald" pitchFamily="34" charset="-122"/>
                <a:cs typeface="Oswald" pitchFamily="34" charset="-120"/>
              </a:rPr>
              <a:t>THE FOUR OPTIONS COMPARED</a:t>
            </a:r>
            <a:endParaRPr lang="en-US" sz="3600" dirty="0"/>
          </a:p>
        </p:txBody>
      </p:sp>
      <p:sp>
        <p:nvSpPr>
          <p:cNvPr id="3" name="Text 1"/>
          <p:cNvSpPr/>
          <p:nvPr/>
        </p:nvSpPr>
        <p:spPr>
          <a:xfrm>
            <a:off x="812800" y="1417290"/>
            <a:ext cx="10883392"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B9B0AE"/>
                </a:solidFill>
                <a:latin typeface="Rubik" pitchFamily="34" charset="0"/>
                <a:ea typeface="Rubik" pitchFamily="34" charset="-122"/>
                <a:cs typeface="Rubik" pitchFamily="34" charset="-120"/>
              </a:rPr>
              <a:t>All off-the-shelf; A, B and C need no license.</a:t>
            </a:r>
            <a:endParaRPr lang="en-US" sz="1600" dirty="0"/>
          </a:p>
        </p:txBody>
      </p:sp>
      <p:sp>
        <p:nvSpPr>
          <p:cNvPr id="4" name="Shape 2"/>
          <p:cNvSpPr/>
          <p:nvPr/>
        </p:nvSpPr>
        <p:spPr>
          <a:xfrm>
            <a:off x="812800" y="2462609"/>
            <a:ext cx="2489200" cy="2720132"/>
          </a:xfrm>
          <a:prstGeom prst="roundRect">
            <a:avLst>
              <a:gd name="adj" fmla="val 4082"/>
            </a:avLst>
          </a:prstGeom>
          <a:solidFill>
            <a:srgbClr val="241E20"/>
          </a:solidFill>
          <a:ln/>
        </p:spPr>
        <p:txBody>
          <a:bodyPr/>
          <a:lstStyle/>
          <a:p>
            <a:endParaRPr lang="en-US"/>
          </a:p>
        </p:txBody>
      </p:sp>
      <p:sp>
        <p:nvSpPr>
          <p:cNvPr id="5" name="Shape 3"/>
          <p:cNvSpPr/>
          <p:nvPr/>
        </p:nvSpPr>
        <p:spPr>
          <a:xfrm>
            <a:off x="812800" y="2462609"/>
            <a:ext cx="2489200" cy="2720132"/>
          </a:xfrm>
          <a:custGeom>
            <a:avLst/>
            <a:gdLst/>
            <a:ahLst/>
            <a:cxnLst/>
            <a:rect l="l" t="t" r="r" b="b"/>
            <a:pathLst>
              <a:path w="2489200" h="2720132">
                <a:moveTo>
                  <a:pt x="0" y="101600"/>
                </a:moveTo>
                <a:lnTo>
                  <a:pt x="0" y="101600"/>
                </a:lnTo>
                <a:arcTo wR="101600" hR="101600" stAng="10800000" swAng="5400000"/>
                <a:lnTo>
                  <a:pt x="2387600" y="0"/>
                </a:lnTo>
                <a:arcTo wR="101600" hR="101600" stAng="16200000" swAng="5400000"/>
                <a:lnTo>
                  <a:pt x="2489200" y="101600"/>
                </a:lnTo>
                <a:arcTo wR="101600" hR="63500" stAng="0" swAng="-5400000"/>
                <a:lnTo>
                  <a:pt x="101600" y="38100"/>
                </a:lnTo>
                <a:arcTo wR="101600" hR="63500" stAng="16200000" swAng="-5400000"/>
                <a:close/>
              </a:path>
            </a:pathLst>
          </a:custGeom>
          <a:solidFill>
            <a:srgbClr val="C8102E"/>
          </a:solidFill>
          <a:ln/>
        </p:spPr>
        <p:txBody>
          <a:bodyPr/>
          <a:lstStyle/>
          <a:p>
            <a:endParaRPr lang="en-US"/>
          </a:p>
        </p:txBody>
      </p:sp>
      <p:sp>
        <p:nvSpPr>
          <p:cNvPr id="6" name="Text 4"/>
          <p:cNvSpPr/>
          <p:nvPr/>
        </p:nvSpPr>
        <p:spPr>
          <a:xfrm>
            <a:off x="1041400" y="2729309"/>
            <a:ext cx="2092960" cy="635000"/>
          </a:xfrm>
          <a:prstGeom prst="rect">
            <a:avLst/>
          </a:prstGeom>
          <a:noFill/>
          <a:ln/>
        </p:spPr>
        <p:txBody>
          <a:bodyPr wrap="square" lIns="0" tIns="0" rIns="0" bIns="0" rtlCol="0" anchor="t">
            <a:normAutofit/>
          </a:bodyPr>
          <a:lstStyle/>
          <a:p>
            <a:pPr marL="0" indent="0" algn="l">
              <a:lnSpc>
                <a:spcPts val="4800"/>
              </a:lnSpc>
              <a:buNone/>
            </a:pPr>
            <a:r>
              <a:rPr lang="en-US" sz="4800" b="1" dirty="0">
                <a:solidFill>
                  <a:srgbClr val="FF4D5A"/>
                </a:solidFill>
                <a:latin typeface="Oswald" pitchFamily="34" charset="0"/>
                <a:ea typeface="Oswald" pitchFamily="34" charset="-122"/>
                <a:cs typeface="Oswald" pitchFamily="34" charset="-120"/>
              </a:rPr>
              <a:t>A</a:t>
            </a:r>
            <a:endParaRPr lang="en-US" sz="4800" dirty="0"/>
          </a:p>
        </p:txBody>
      </p:sp>
      <p:sp>
        <p:nvSpPr>
          <p:cNvPr id="7" name="Text 5"/>
          <p:cNvSpPr/>
          <p:nvPr/>
        </p:nvSpPr>
        <p:spPr>
          <a:xfrm>
            <a:off x="1041400" y="3415109"/>
            <a:ext cx="2092960"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5F1EE"/>
                </a:solidFill>
                <a:latin typeface="Oswald" pitchFamily="34" charset="0"/>
                <a:ea typeface="Oswald" pitchFamily="34" charset="-122"/>
                <a:cs typeface="Oswald" pitchFamily="34" charset="-120"/>
              </a:rPr>
              <a:t>MURS RADIO KIT</a:t>
            </a:r>
            <a:endParaRPr lang="en-US" sz="1600" dirty="0"/>
          </a:p>
        </p:txBody>
      </p:sp>
      <p:sp>
        <p:nvSpPr>
          <p:cNvPr id="8" name="Text 6"/>
          <p:cNvSpPr/>
          <p:nvPr/>
        </p:nvSpPr>
        <p:spPr>
          <a:xfrm>
            <a:off x="1041400" y="3735139"/>
            <a:ext cx="209296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5F1EE"/>
                </a:solidFill>
                <a:latin typeface="Rubik" pitchFamily="34" charset="0"/>
                <a:ea typeface="Rubik" pitchFamily="34" charset="-122"/>
                <a:cs typeface="Rubik" pitchFamily="34" charset="-120"/>
              </a:rPr>
              <a:t>Rugged driver kit + BTECH MURS-V2 radios</a:t>
            </a:r>
            <a:endParaRPr lang="en-US" sz="1200" dirty="0"/>
          </a:p>
        </p:txBody>
      </p:sp>
      <p:sp>
        <p:nvSpPr>
          <p:cNvPr id="9" name="Text 7"/>
          <p:cNvSpPr/>
          <p:nvPr/>
        </p:nvSpPr>
        <p:spPr>
          <a:xfrm>
            <a:off x="1041400" y="4314180"/>
            <a:ext cx="2092960" cy="665361"/>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B9B0AE"/>
                </a:solidFill>
                <a:latin typeface="Rubik" pitchFamily="34" charset="0"/>
                <a:ea typeface="Rubik" pitchFamily="34" charset="-122"/>
                <a:cs typeface="Rubik" pitchFamily="34" charset="-120"/>
              </a:rPr>
              <a:t>Band:</a:t>
            </a:r>
            <a:r>
              <a:rPr lang="en-US" sz="1200" dirty="0">
                <a:solidFill>
                  <a:srgbClr val="B9B0AE"/>
                </a:solidFill>
                <a:latin typeface="Rubik" pitchFamily="34" charset="0"/>
                <a:ea typeface="Rubik" pitchFamily="34" charset="-122"/>
                <a:cs typeface="Rubik" pitchFamily="34" charset="-120"/>
              </a:rPr>
              <a:t> MURS, 151–154 MHz</a:t>
            </a:r>
            <a:endParaRPr lang="en-US" sz="1200" dirty="0"/>
          </a:p>
          <a:p>
            <a:pPr marL="0" indent="0" algn="l">
              <a:lnSpc>
                <a:spcPts val="1680"/>
              </a:lnSpc>
              <a:buNone/>
            </a:pPr>
            <a:r>
              <a:rPr lang="en-US" sz="1200" b="1" dirty="0">
                <a:solidFill>
                  <a:srgbClr val="B9B0AE"/>
                </a:solidFill>
                <a:latin typeface="Rubik" pitchFamily="34" charset="0"/>
                <a:ea typeface="Rubik" pitchFamily="34" charset="-122"/>
                <a:cs typeface="Rubik" pitchFamily="34" charset="-120"/>
              </a:rPr>
              <a:t>License:</a:t>
            </a:r>
            <a:r>
              <a:rPr lang="en-US" sz="1200" dirty="0">
                <a:solidFill>
                  <a:srgbClr val="B9B0AE"/>
                </a:solidFill>
                <a:latin typeface="Rubik" pitchFamily="34" charset="0"/>
                <a:ea typeface="Rubik" pitchFamily="34" charset="-122"/>
                <a:cs typeface="Rubik" pitchFamily="34" charset="-120"/>
              </a:rPr>
              <a:t> none</a:t>
            </a:r>
            <a:endParaRPr lang="en-US" sz="1200" dirty="0"/>
          </a:p>
          <a:p>
            <a:pPr marL="0" indent="0" algn="l">
              <a:lnSpc>
                <a:spcPts val="1680"/>
              </a:lnSpc>
              <a:buNone/>
            </a:pPr>
            <a:r>
              <a:rPr lang="en-US" sz="1200" b="1" dirty="0">
                <a:solidFill>
                  <a:srgbClr val="B9B0AE"/>
                </a:solidFill>
                <a:latin typeface="Rubik" pitchFamily="34" charset="0"/>
                <a:ea typeface="Rubik" pitchFamily="34" charset="-122"/>
                <a:cs typeface="Rubik" pitchFamily="34" charset="-120"/>
              </a:rPr>
              <a:t>Cost:</a:t>
            </a:r>
            <a:r>
              <a:rPr lang="en-US" sz="1200" dirty="0">
                <a:solidFill>
                  <a:srgbClr val="B9B0AE"/>
                </a:solidFill>
                <a:latin typeface="Rubik" pitchFamily="34" charset="0"/>
                <a:ea typeface="Rubik" pitchFamily="34" charset="-122"/>
                <a:cs typeface="Rubik" pitchFamily="34" charset="-120"/>
              </a:rPr>
              <a:t> ≈ $372</a:t>
            </a:r>
            <a:endParaRPr lang="en-US" sz="1200" dirty="0"/>
          </a:p>
        </p:txBody>
      </p:sp>
      <p:sp>
        <p:nvSpPr>
          <p:cNvPr id="10" name="Shape 8"/>
          <p:cNvSpPr/>
          <p:nvPr/>
        </p:nvSpPr>
        <p:spPr>
          <a:xfrm>
            <a:off x="3505200" y="2462609"/>
            <a:ext cx="2489200" cy="2720132"/>
          </a:xfrm>
          <a:prstGeom prst="roundRect">
            <a:avLst>
              <a:gd name="adj" fmla="val 4082"/>
            </a:avLst>
          </a:prstGeom>
          <a:solidFill>
            <a:srgbClr val="241E20"/>
          </a:solidFill>
          <a:ln/>
        </p:spPr>
        <p:txBody>
          <a:bodyPr/>
          <a:lstStyle/>
          <a:p>
            <a:endParaRPr lang="en-US"/>
          </a:p>
        </p:txBody>
      </p:sp>
      <p:sp>
        <p:nvSpPr>
          <p:cNvPr id="11" name="Shape 9"/>
          <p:cNvSpPr/>
          <p:nvPr/>
        </p:nvSpPr>
        <p:spPr>
          <a:xfrm>
            <a:off x="3505200" y="2462609"/>
            <a:ext cx="2489200" cy="2720132"/>
          </a:xfrm>
          <a:custGeom>
            <a:avLst/>
            <a:gdLst/>
            <a:ahLst/>
            <a:cxnLst/>
            <a:rect l="l" t="t" r="r" b="b"/>
            <a:pathLst>
              <a:path w="2489200" h="2720132">
                <a:moveTo>
                  <a:pt x="0" y="101600"/>
                </a:moveTo>
                <a:lnTo>
                  <a:pt x="0" y="101600"/>
                </a:lnTo>
                <a:arcTo wR="101600" hR="101600" stAng="10800000" swAng="5400000"/>
                <a:lnTo>
                  <a:pt x="2387600" y="0"/>
                </a:lnTo>
                <a:arcTo wR="101600" hR="101600" stAng="16200000" swAng="5400000"/>
                <a:lnTo>
                  <a:pt x="2489200" y="101600"/>
                </a:lnTo>
                <a:arcTo wR="101600" hR="63500" stAng="0" swAng="-5400000"/>
                <a:lnTo>
                  <a:pt x="101600" y="38100"/>
                </a:lnTo>
                <a:arcTo wR="101600" hR="63500" stAng="16200000" swAng="-5400000"/>
                <a:close/>
              </a:path>
            </a:pathLst>
          </a:custGeom>
          <a:solidFill>
            <a:srgbClr val="C8102E"/>
          </a:solidFill>
          <a:ln/>
        </p:spPr>
        <p:txBody>
          <a:bodyPr/>
          <a:lstStyle/>
          <a:p>
            <a:endParaRPr lang="en-US"/>
          </a:p>
        </p:txBody>
      </p:sp>
      <p:sp>
        <p:nvSpPr>
          <p:cNvPr id="12" name="Text 10"/>
          <p:cNvSpPr/>
          <p:nvPr/>
        </p:nvSpPr>
        <p:spPr>
          <a:xfrm>
            <a:off x="3733800" y="2729309"/>
            <a:ext cx="2092960" cy="635000"/>
          </a:xfrm>
          <a:prstGeom prst="rect">
            <a:avLst/>
          </a:prstGeom>
          <a:noFill/>
          <a:ln/>
        </p:spPr>
        <p:txBody>
          <a:bodyPr wrap="square" lIns="0" tIns="0" rIns="0" bIns="0" rtlCol="0" anchor="t">
            <a:normAutofit/>
          </a:bodyPr>
          <a:lstStyle/>
          <a:p>
            <a:pPr marL="0" indent="0" algn="l">
              <a:lnSpc>
                <a:spcPts val="4800"/>
              </a:lnSpc>
              <a:buNone/>
            </a:pPr>
            <a:r>
              <a:rPr lang="en-US" sz="4800" b="1" dirty="0">
                <a:solidFill>
                  <a:srgbClr val="FF4D5A"/>
                </a:solidFill>
                <a:latin typeface="Oswald" pitchFamily="34" charset="0"/>
                <a:ea typeface="Oswald" pitchFamily="34" charset="-122"/>
                <a:cs typeface="Oswald" pitchFamily="34" charset="-120"/>
              </a:rPr>
              <a:t>B</a:t>
            </a:r>
            <a:endParaRPr lang="en-US" sz="4800" dirty="0"/>
          </a:p>
        </p:txBody>
      </p:sp>
      <p:sp>
        <p:nvSpPr>
          <p:cNvPr id="13" name="Text 11"/>
          <p:cNvSpPr/>
          <p:nvPr/>
        </p:nvSpPr>
        <p:spPr>
          <a:xfrm>
            <a:off x="3733800" y="3415109"/>
            <a:ext cx="2092960"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5F1EE"/>
                </a:solidFill>
                <a:latin typeface="Oswald" pitchFamily="34" charset="0"/>
                <a:ea typeface="Oswald" pitchFamily="34" charset="-122"/>
                <a:cs typeface="Oswald" pitchFamily="34" charset="-120"/>
              </a:rPr>
              <a:t>FRS RADIO KIT</a:t>
            </a:r>
            <a:endParaRPr lang="en-US" sz="1600" dirty="0"/>
          </a:p>
        </p:txBody>
      </p:sp>
      <p:sp>
        <p:nvSpPr>
          <p:cNvPr id="14" name="Text 12"/>
          <p:cNvSpPr/>
          <p:nvPr/>
        </p:nvSpPr>
        <p:spPr>
          <a:xfrm>
            <a:off x="3733800" y="3735139"/>
            <a:ext cx="209296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5F1EE"/>
                </a:solidFill>
                <a:latin typeface="Rubik" pitchFamily="34" charset="0"/>
                <a:ea typeface="Rubik" pitchFamily="34" charset="-122"/>
                <a:cs typeface="Rubik" pitchFamily="34" charset="-120"/>
              </a:rPr>
              <a:t>Same Rugged driver kit + BTECH FRS radios</a:t>
            </a:r>
            <a:endParaRPr lang="en-US" sz="1200" dirty="0"/>
          </a:p>
        </p:txBody>
      </p:sp>
      <p:sp>
        <p:nvSpPr>
          <p:cNvPr id="15" name="Text 13"/>
          <p:cNvSpPr/>
          <p:nvPr/>
        </p:nvSpPr>
        <p:spPr>
          <a:xfrm>
            <a:off x="3733800" y="4314180"/>
            <a:ext cx="2092960" cy="665361"/>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B9B0AE"/>
                </a:solidFill>
                <a:latin typeface="Rubik" pitchFamily="34" charset="0"/>
                <a:ea typeface="Rubik" pitchFamily="34" charset="-122"/>
                <a:cs typeface="Rubik" pitchFamily="34" charset="-120"/>
              </a:rPr>
              <a:t>Band:</a:t>
            </a:r>
            <a:r>
              <a:rPr lang="en-US" sz="1200" dirty="0">
                <a:solidFill>
                  <a:srgbClr val="B9B0AE"/>
                </a:solidFill>
                <a:latin typeface="Rubik" pitchFamily="34" charset="0"/>
                <a:ea typeface="Rubik" pitchFamily="34" charset="-122"/>
                <a:cs typeface="Rubik" pitchFamily="34" charset="-120"/>
              </a:rPr>
              <a:t> FRS, 462–467 MHz</a:t>
            </a:r>
            <a:endParaRPr lang="en-US" sz="1200" dirty="0"/>
          </a:p>
          <a:p>
            <a:pPr marL="0" indent="0" algn="l">
              <a:lnSpc>
                <a:spcPts val="1680"/>
              </a:lnSpc>
              <a:buNone/>
            </a:pPr>
            <a:r>
              <a:rPr lang="en-US" sz="1200" b="1" dirty="0">
                <a:solidFill>
                  <a:srgbClr val="B9B0AE"/>
                </a:solidFill>
                <a:latin typeface="Rubik" pitchFamily="34" charset="0"/>
                <a:ea typeface="Rubik" pitchFamily="34" charset="-122"/>
                <a:cs typeface="Rubik" pitchFamily="34" charset="-120"/>
              </a:rPr>
              <a:t>License:</a:t>
            </a:r>
            <a:r>
              <a:rPr lang="en-US" sz="1200" dirty="0">
                <a:solidFill>
                  <a:srgbClr val="B9B0AE"/>
                </a:solidFill>
                <a:latin typeface="Rubik" pitchFamily="34" charset="0"/>
                <a:ea typeface="Rubik" pitchFamily="34" charset="-122"/>
                <a:cs typeface="Rubik" pitchFamily="34" charset="-120"/>
              </a:rPr>
              <a:t> none</a:t>
            </a:r>
            <a:endParaRPr lang="en-US" sz="1200" dirty="0"/>
          </a:p>
          <a:p>
            <a:pPr marL="0" indent="0" algn="l">
              <a:lnSpc>
                <a:spcPts val="1680"/>
              </a:lnSpc>
              <a:buNone/>
            </a:pPr>
            <a:r>
              <a:rPr lang="en-US" sz="1200" b="1" dirty="0">
                <a:solidFill>
                  <a:srgbClr val="B9B0AE"/>
                </a:solidFill>
                <a:latin typeface="Rubik" pitchFamily="34" charset="0"/>
                <a:ea typeface="Rubik" pitchFamily="34" charset="-122"/>
                <a:cs typeface="Rubik" pitchFamily="34" charset="-120"/>
              </a:rPr>
              <a:t>Cost:</a:t>
            </a:r>
            <a:r>
              <a:rPr lang="en-US" sz="1200" dirty="0">
                <a:solidFill>
                  <a:srgbClr val="B9B0AE"/>
                </a:solidFill>
                <a:latin typeface="Rubik" pitchFamily="34" charset="0"/>
                <a:ea typeface="Rubik" pitchFamily="34" charset="-122"/>
                <a:cs typeface="Rubik" pitchFamily="34" charset="-120"/>
              </a:rPr>
              <a:t> ≈ $322</a:t>
            </a:r>
            <a:endParaRPr lang="en-US" sz="1200" dirty="0"/>
          </a:p>
        </p:txBody>
      </p:sp>
      <p:sp>
        <p:nvSpPr>
          <p:cNvPr id="16" name="Shape 14"/>
          <p:cNvSpPr/>
          <p:nvPr/>
        </p:nvSpPr>
        <p:spPr>
          <a:xfrm>
            <a:off x="6197600" y="2462609"/>
            <a:ext cx="2489200" cy="2720132"/>
          </a:xfrm>
          <a:prstGeom prst="roundRect">
            <a:avLst>
              <a:gd name="adj" fmla="val 4082"/>
            </a:avLst>
          </a:prstGeom>
          <a:solidFill>
            <a:srgbClr val="241E20"/>
          </a:solidFill>
          <a:ln/>
        </p:spPr>
        <p:txBody>
          <a:bodyPr/>
          <a:lstStyle/>
          <a:p>
            <a:endParaRPr lang="en-US"/>
          </a:p>
        </p:txBody>
      </p:sp>
      <p:sp>
        <p:nvSpPr>
          <p:cNvPr id="17" name="Shape 15"/>
          <p:cNvSpPr/>
          <p:nvPr/>
        </p:nvSpPr>
        <p:spPr>
          <a:xfrm>
            <a:off x="6197600" y="2462609"/>
            <a:ext cx="2489200" cy="2720132"/>
          </a:xfrm>
          <a:custGeom>
            <a:avLst/>
            <a:gdLst/>
            <a:ahLst/>
            <a:cxnLst/>
            <a:rect l="l" t="t" r="r" b="b"/>
            <a:pathLst>
              <a:path w="2489200" h="2720132">
                <a:moveTo>
                  <a:pt x="0" y="101600"/>
                </a:moveTo>
                <a:lnTo>
                  <a:pt x="0" y="101600"/>
                </a:lnTo>
                <a:arcTo wR="101600" hR="101600" stAng="10800000" swAng="5400000"/>
                <a:lnTo>
                  <a:pt x="2387600" y="0"/>
                </a:lnTo>
                <a:arcTo wR="101600" hR="101600" stAng="16200000" swAng="5400000"/>
                <a:lnTo>
                  <a:pt x="2489200" y="101600"/>
                </a:lnTo>
                <a:arcTo wR="101600" hR="63500" stAng="0" swAng="-5400000"/>
                <a:lnTo>
                  <a:pt x="101600" y="38100"/>
                </a:lnTo>
                <a:arcTo wR="101600" hR="63500" stAng="16200000" swAng="-5400000"/>
                <a:close/>
              </a:path>
            </a:pathLst>
          </a:custGeom>
          <a:solidFill>
            <a:srgbClr val="C8102E"/>
          </a:solidFill>
          <a:ln/>
        </p:spPr>
        <p:txBody>
          <a:bodyPr/>
          <a:lstStyle/>
          <a:p>
            <a:endParaRPr lang="en-US"/>
          </a:p>
        </p:txBody>
      </p:sp>
      <p:sp>
        <p:nvSpPr>
          <p:cNvPr id="18" name="Text 16"/>
          <p:cNvSpPr/>
          <p:nvPr/>
        </p:nvSpPr>
        <p:spPr>
          <a:xfrm>
            <a:off x="6426200" y="2729309"/>
            <a:ext cx="2092960" cy="635000"/>
          </a:xfrm>
          <a:prstGeom prst="rect">
            <a:avLst/>
          </a:prstGeom>
          <a:noFill/>
          <a:ln/>
        </p:spPr>
        <p:txBody>
          <a:bodyPr wrap="square" lIns="0" tIns="0" rIns="0" bIns="0" rtlCol="0" anchor="t">
            <a:normAutofit/>
          </a:bodyPr>
          <a:lstStyle/>
          <a:p>
            <a:pPr marL="0" indent="0" algn="l">
              <a:lnSpc>
                <a:spcPts val="4800"/>
              </a:lnSpc>
              <a:buNone/>
            </a:pPr>
            <a:r>
              <a:rPr lang="en-US" sz="4800" b="1" dirty="0">
                <a:solidFill>
                  <a:srgbClr val="FF4D5A"/>
                </a:solidFill>
                <a:latin typeface="Oswald" pitchFamily="34" charset="0"/>
                <a:ea typeface="Oswald" pitchFamily="34" charset="-122"/>
                <a:cs typeface="Oswald" pitchFamily="34" charset="-120"/>
              </a:rPr>
              <a:t>C</a:t>
            </a:r>
            <a:endParaRPr lang="en-US" sz="4800" dirty="0"/>
          </a:p>
        </p:txBody>
      </p:sp>
      <p:sp>
        <p:nvSpPr>
          <p:cNvPr id="19" name="Text 17"/>
          <p:cNvSpPr/>
          <p:nvPr/>
        </p:nvSpPr>
        <p:spPr>
          <a:xfrm>
            <a:off x="6426200" y="3415109"/>
            <a:ext cx="2092960"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5F1EE"/>
                </a:solidFill>
                <a:latin typeface="Oswald" pitchFamily="34" charset="0"/>
                <a:ea typeface="Oswald" pitchFamily="34" charset="-122"/>
                <a:cs typeface="Oswald" pitchFamily="34" charset="-120"/>
              </a:rPr>
              <a:t>BLUETOOTH MESH</a:t>
            </a:r>
            <a:endParaRPr lang="en-US" sz="1600" dirty="0"/>
          </a:p>
        </p:txBody>
      </p:sp>
      <p:sp>
        <p:nvSpPr>
          <p:cNvPr id="20" name="Text 18"/>
          <p:cNvSpPr/>
          <p:nvPr/>
        </p:nvSpPr>
        <p:spPr>
          <a:xfrm>
            <a:off x="6426200" y="3735139"/>
            <a:ext cx="209296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5F1EE"/>
                </a:solidFill>
                <a:latin typeface="Rubik" pitchFamily="34" charset="0"/>
                <a:ea typeface="Rubik" pitchFamily="34" charset="-122"/>
                <a:cs typeface="Rubik" pitchFamily="34" charset="-120"/>
              </a:rPr>
              <a:t>Cardo Packtalk Outdoor helmet units</a:t>
            </a:r>
            <a:endParaRPr lang="en-US" sz="1200" dirty="0"/>
          </a:p>
        </p:txBody>
      </p:sp>
      <p:sp>
        <p:nvSpPr>
          <p:cNvPr id="21" name="Text 19"/>
          <p:cNvSpPr/>
          <p:nvPr/>
        </p:nvSpPr>
        <p:spPr>
          <a:xfrm>
            <a:off x="6426200" y="4314180"/>
            <a:ext cx="2092960" cy="665361"/>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B9B0AE"/>
                </a:solidFill>
                <a:latin typeface="Rubik" pitchFamily="34" charset="0"/>
                <a:ea typeface="Rubik" pitchFamily="34" charset="-122"/>
                <a:cs typeface="Rubik" pitchFamily="34" charset="-120"/>
              </a:rPr>
              <a:t>Band:</a:t>
            </a:r>
            <a:r>
              <a:rPr lang="en-US" sz="1200" dirty="0">
                <a:solidFill>
                  <a:srgbClr val="B9B0AE"/>
                </a:solidFill>
                <a:latin typeface="Rubik" pitchFamily="34" charset="0"/>
                <a:ea typeface="Rubik" pitchFamily="34" charset="-122"/>
                <a:cs typeface="Rubik" pitchFamily="34" charset="-120"/>
              </a:rPr>
              <a:t> Bluetooth, 2.4 GHz</a:t>
            </a:r>
            <a:endParaRPr lang="en-US" sz="1200" dirty="0"/>
          </a:p>
          <a:p>
            <a:pPr marL="0" indent="0" algn="l">
              <a:lnSpc>
                <a:spcPts val="1680"/>
              </a:lnSpc>
              <a:buNone/>
            </a:pPr>
            <a:r>
              <a:rPr lang="en-US" sz="1200" b="1" dirty="0">
                <a:solidFill>
                  <a:srgbClr val="B9B0AE"/>
                </a:solidFill>
                <a:latin typeface="Rubik" pitchFamily="34" charset="0"/>
                <a:ea typeface="Rubik" pitchFamily="34" charset="-122"/>
                <a:cs typeface="Rubik" pitchFamily="34" charset="-120"/>
              </a:rPr>
              <a:t>License:</a:t>
            </a:r>
            <a:r>
              <a:rPr lang="en-US" sz="1200" dirty="0">
                <a:solidFill>
                  <a:srgbClr val="B9B0AE"/>
                </a:solidFill>
                <a:latin typeface="Rubik" pitchFamily="34" charset="0"/>
                <a:ea typeface="Rubik" pitchFamily="34" charset="-122"/>
                <a:cs typeface="Rubik" pitchFamily="34" charset="-120"/>
              </a:rPr>
              <a:t> none</a:t>
            </a:r>
            <a:endParaRPr lang="en-US" sz="1200" dirty="0"/>
          </a:p>
          <a:p>
            <a:pPr marL="0" indent="0" algn="l">
              <a:lnSpc>
                <a:spcPts val="1680"/>
              </a:lnSpc>
              <a:buNone/>
            </a:pPr>
            <a:r>
              <a:rPr lang="en-US" sz="1200" b="1" dirty="0">
                <a:solidFill>
                  <a:srgbClr val="B9B0AE"/>
                </a:solidFill>
                <a:latin typeface="Rubik" pitchFamily="34" charset="0"/>
                <a:ea typeface="Rubik" pitchFamily="34" charset="-122"/>
                <a:cs typeface="Rubik" pitchFamily="34" charset="-120"/>
              </a:rPr>
              <a:t>Cost:</a:t>
            </a:r>
            <a:r>
              <a:rPr lang="en-US" sz="1200" dirty="0">
                <a:solidFill>
                  <a:srgbClr val="B9B0AE"/>
                </a:solidFill>
                <a:latin typeface="Rubik" pitchFamily="34" charset="0"/>
                <a:ea typeface="Rubik" pitchFamily="34" charset="-122"/>
                <a:cs typeface="Rubik" pitchFamily="34" charset="-120"/>
              </a:rPr>
              <a:t> up to ≈ $495</a:t>
            </a:r>
            <a:endParaRPr lang="en-US" sz="1200" dirty="0"/>
          </a:p>
        </p:txBody>
      </p:sp>
      <p:sp>
        <p:nvSpPr>
          <p:cNvPr id="22" name="Shape 20"/>
          <p:cNvSpPr/>
          <p:nvPr/>
        </p:nvSpPr>
        <p:spPr>
          <a:xfrm>
            <a:off x="8890000" y="2462609"/>
            <a:ext cx="2489200" cy="2720132"/>
          </a:xfrm>
          <a:prstGeom prst="roundRect">
            <a:avLst>
              <a:gd name="adj" fmla="val 4082"/>
            </a:avLst>
          </a:prstGeom>
          <a:solidFill>
            <a:srgbClr val="241E20"/>
          </a:solidFill>
          <a:ln/>
        </p:spPr>
        <p:txBody>
          <a:bodyPr/>
          <a:lstStyle/>
          <a:p>
            <a:endParaRPr lang="en-US"/>
          </a:p>
        </p:txBody>
      </p:sp>
      <p:sp>
        <p:nvSpPr>
          <p:cNvPr id="23" name="Shape 21"/>
          <p:cNvSpPr/>
          <p:nvPr/>
        </p:nvSpPr>
        <p:spPr>
          <a:xfrm>
            <a:off x="8890000" y="2462609"/>
            <a:ext cx="2489200" cy="2720132"/>
          </a:xfrm>
          <a:custGeom>
            <a:avLst/>
            <a:gdLst/>
            <a:ahLst/>
            <a:cxnLst/>
            <a:rect l="l" t="t" r="r" b="b"/>
            <a:pathLst>
              <a:path w="2489200" h="2720132">
                <a:moveTo>
                  <a:pt x="0" y="101600"/>
                </a:moveTo>
                <a:lnTo>
                  <a:pt x="0" y="101600"/>
                </a:lnTo>
                <a:arcTo wR="101600" hR="101600" stAng="10800000" swAng="5400000"/>
                <a:lnTo>
                  <a:pt x="2387600" y="0"/>
                </a:lnTo>
                <a:arcTo wR="101600" hR="101600" stAng="16200000" swAng="5400000"/>
                <a:lnTo>
                  <a:pt x="2489200" y="101600"/>
                </a:lnTo>
                <a:arcTo wR="101600" hR="63500" stAng="0" swAng="-5400000"/>
                <a:lnTo>
                  <a:pt x="101600" y="38100"/>
                </a:lnTo>
                <a:arcTo wR="101600" hR="63500" stAng="16200000" swAng="-5400000"/>
                <a:close/>
              </a:path>
            </a:pathLst>
          </a:custGeom>
          <a:solidFill>
            <a:srgbClr val="C8102E"/>
          </a:solidFill>
          <a:ln/>
        </p:spPr>
        <p:txBody>
          <a:bodyPr/>
          <a:lstStyle/>
          <a:p>
            <a:endParaRPr lang="en-US"/>
          </a:p>
        </p:txBody>
      </p:sp>
      <p:sp>
        <p:nvSpPr>
          <p:cNvPr id="24" name="Text 22"/>
          <p:cNvSpPr/>
          <p:nvPr/>
        </p:nvSpPr>
        <p:spPr>
          <a:xfrm>
            <a:off x="9118600" y="2729309"/>
            <a:ext cx="2092960" cy="635000"/>
          </a:xfrm>
          <a:prstGeom prst="rect">
            <a:avLst/>
          </a:prstGeom>
          <a:noFill/>
          <a:ln/>
        </p:spPr>
        <p:txBody>
          <a:bodyPr wrap="square" lIns="0" tIns="0" rIns="0" bIns="0" rtlCol="0" anchor="t">
            <a:normAutofit/>
          </a:bodyPr>
          <a:lstStyle/>
          <a:p>
            <a:pPr marL="0" indent="0" algn="l">
              <a:lnSpc>
                <a:spcPts val="4800"/>
              </a:lnSpc>
              <a:buNone/>
            </a:pPr>
            <a:r>
              <a:rPr lang="en-US" sz="4800" b="1" dirty="0">
                <a:solidFill>
                  <a:srgbClr val="FF4D5A"/>
                </a:solidFill>
                <a:latin typeface="Oswald" pitchFamily="34" charset="0"/>
                <a:ea typeface="Oswald" pitchFamily="34" charset="-122"/>
                <a:cs typeface="Oswald" pitchFamily="34" charset="-120"/>
              </a:rPr>
              <a:t>D</a:t>
            </a:r>
            <a:endParaRPr lang="en-US" sz="4800" dirty="0"/>
          </a:p>
        </p:txBody>
      </p:sp>
      <p:sp>
        <p:nvSpPr>
          <p:cNvPr id="25" name="Text 23"/>
          <p:cNvSpPr/>
          <p:nvPr/>
        </p:nvSpPr>
        <p:spPr>
          <a:xfrm>
            <a:off x="9118600" y="3415109"/>
            <a:ext cx="2092960"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5F1EE"/>
                </a:solidFill>
                <a:latin typeface="Oswald" pitchFamily="34" charset="0"/>
                <a:ea typeface="Oswald" pitchFamily="34" charset="-122"/>
                <a:cs typeface="Oswald" pitchFamily="34" charset="-120"/>
              </a:rPr>
              <a:t>LICENSED RACE KIT</a:t>
            </a:r>
            <a:endParaRPr lang="en-US" sz="1600" dirty="0"/>
          </a:p>
        </p:txBody>
      </p:sp>
      <p:sp>
        <p:nvSpPr>
          <p:cNvPr id="26" name="Text 24"/>
          <p:cNvSpPr/>
          <p:nvPr/>
        </p:nvSpPr>
        <p:spPr>
          <a:xfrm>
            <a:off x="9118600" y="3735139"/>
            <a:ext cx="209296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5F1EE"/>
                </a:solidFill>
                <a:latin typeface="Rubik" pitchFamily="34" charset="0"/>
                <a:ea typeface="Rubik" pitchFamily="34" charset="-122"/>
                <a:cs typeface="Rubik" pitchFamily="34" charset="-120"/>
              </a:rPr>
              <a:t>Rugged Driver &amp; Crew Chief kit with R1 radios</a:t>
            </a:r>
            <a:endParaRPr lang="en-US" sz="1200" dirty="0"/>
          </a:p>
        </p:txBody>
      </p:sp>
      <p:sp>
        <p:nvSpPr>
          <p:cNvPr id="27" name="Text 25"/>
          <p:cNvSpPr/>
          <p:nvPr/>
        </p:nvSpPr>
        <p:spPr>
          <a:xfrm>
            <a:off x="9118600" y="4314180"/>
            <a:ext cx="2092960" cy="665361"/>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B9B0AE"/>
                </a:solidFill>
                <a:latin typeface="Rubik" pitchFamily="34" charset="0"/>
                <a:ea typeface="Rubik" pitchFamily="34" charset="-122"/>
                <a:cs typeface="Rubik" pitchFamily="34" charset="-120"/>
              </a:rPr>
              <a:t>Band:</a:t>
            </a:r>
            <a:r>
              <a:rPr lang="en-US" sz="1200" dirty="0">
                <a:solidFill>
                  <a:srgbClr val="B9B0AE"/>
                </a:solidFill>
                <a:latin typeface="Rubik" pitchFamily="34" charset="0"/>
                <a:ea typeface="Rubik" pitchFamily="34" charset="-122"/>
                <a:cs typeface="Rubik" pitchFamily="34" charset="-120"/>
              </a:rPr>
              <a:t> business band</a:t>
            </a:r>
            <a:endParaRPr lang="en-US" sz="1200" dirty="0"/>
          </a:p>
          <a:p>
            <a:pPr marL="0" indent="0" algn="l">
              <a:lnSpc>
                <a:spcPts val="1680"/>
              </a:lnSpc>
              <a:buNone/>
            </a:pPr>
            <a:r>
              <a:rPr lang="en-US" sz="1200" b="1" dirty="0">
                <a:solidFill>
                  <a:srgbClr val="B9B0AE"/>
                </a:solidFill>
                <a:latin typeface="Rubik" pitchFamily="34" charset="0"/>
                <a:ea typeface="Rubik" pitchFamily="34" charset="-122"/>
                <a:cs typeface="Rubik" pitchFamily="34" charset="-120"/>
              </a:rPr>
              <a:t>License:</a:t>
            </a:r>
            <a:r>
              <a:rPr lang="en-US" sz="1200" dirty="0">
                <a:solidFill>
                  <a:srgbClr val="B9B0AE"/>
                </a:solidFill>
                <a:latin typeface="Rubik" pitchFamily="34" charset="0"/>
                <a:ea typeface="Rubik" pitchFamily="34" charset="-122"/>
                <a:cs typeface="Rubik" pitchFamily="34" charset="-120"/>
              </a:rPr>
              <a:t> FCC required</a:t>
            </a:r>
            <a:endParaRPr lang="en-US" sz="1200" dirty="0"/>
          </a:p>
          <a:p>
            <a:pPr marL="0" indent="0" algn="l">
              <a:lnSpc>
                <a:spcPts val="1680"/>
              </a:lnSpc>
              <a:buNone/>
            </a:pPr>
            <a:r>
              <a:rPr lang="en-US" sz="1200" b="1" dirty="0">
                <a:solidFill>
                  <a:srgbClr val="B9B0AE"/>
                </a:solidFill>
                <a:latin typeface="Rubik" pitchFamily="34" charset="0"/>
                <a:ea typeface="Rubik" pitchFamily="34" charset="-122"/>
                <a:cs typeface="Rubik" pitchFamily="34" charset="-120"/>
              </a:rPr>
              <a:t>Cost:</a:t>
            </a:r>
            <a:r>
              <a:rPr lang="en-US" sz="1200" dirty="0">
                <a:solidFill>
                  <a:srgbClr val="B9B0AE"/>
                </a:solidFill>
                <a:latin typeface="Rubik" pitchFamily="34" charset="0"/>
                <a:ea typeface="Rubik" pitchFamily="34" charset="-122"/>
                <a:cs typeface="Rubik" pitchFamily="34" charset="-120"/>
              </a:rPr>
              <a:t> ≈ $850</a:t>
            </a:r>
            <a:endParaRPr lang="en-US" sz="1200" dirty="0"/>
          </a:p>
        </p:txBody>
      </p:sp>
      <p:sp>
        <p:nvSpPr>
          <p:cNvPr id="28" name="Text 26"/>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9B0AE"/>
                </a:solidFill>
                <a:latin typeface="Rubik" pitchFamily="34" charset="0"/>
                <a:ea typeface="Rubik" pitchFamily="34" charset="-122"/>
                <a:cs typeface="Rubik" pitchFamily="34" charset="-120"/>
              </a:rPr>
              <a:t>Aggie Baja Controls · Driver-to-pit comms</a:t>
            </a:r>
            <a:endParaRPr lang="en-US" sz="1200" dirty="0"/>
          </a:p>
        </p:txBody>
      </p:sp>
      <p:sp>
        <p:nvSpPr>
          <p:cNvPr id="29" name="Text 27"/>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B9B0AE"/>
                </a:solidFill>
                <a:latin typeface="Rubik" pitchFamily="34" charset="0"/>
                <a:ea typeface="Rubik" pitchFamily="34" charset="-122"/>
                <a:cs typeface="Rubik" pitchFamily="34"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C8102E"/>
        </a:solidFill>
        <a:effectLst/>
      </p:bgPr>
    </p:bg>
    <p:spTree>
      <p:nvGrpSpPr>
        <p:cNvPr id="1" name=""/>
        <p:cNvGrpSpPr/>
        <p:nvPr/>
      </p:nvGrpSpPr>
      <p:grpSpPr>
        <a:xfrm>
          <a:off x="0" y="0"/>
          <a:ext cx="0" cy="0"/>
          <a:chOff x="0" y="0"/>
          <a:chExt cx="0" cy="0"/>
        </a:xfrm>
      </p:grpSpPr>
      <p:sp>
        <p:nvSpPr>
          <p:cNvPr id="2" name="Text 0"/>
          <p:cNvSpPr/>
          <p:nvPr/>
        </p:nvSpPr>
        <p:spPr>
          <a:xfrm>
            <a:off x="812800" y="167392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F5F1EE"/>
                </a:solidFill>
                <a:latin typeface="Rubik" pitchFamily="34" charset="0"/>
                <a:ea typeface="Rubik" pitchFamily="34" charset="-122"/>
                <a:cs typeface="Rubik" pitchFamily="34" charset="-120"/>
              </a:rPr>
              <a:t>THE PICK</a:t>
            </a:r>
            <a:endParaRPr lang="en-US" sz="1200" dirty="0"/>
          </a:p>
        </p:txBody>
      </p:sp>
      <p:sp>
        <p:nvSpPr>
          <p:cNvPr id="3" name="Text 1"/>
          <p:cNvSpPr>
            <a:spLocks noGrp="1"/>
          </p:cNvSpPr>
          <p:nvPr>
            <p:ph type="title"/>
          </p:nvPr>
        </p:nvSpPr>
        <p:spPr>
          <a:xfrm>
            <a:off x="812800" y="2141240"/>
            <a:ext cx="10883392" cy="1305520"/>
          </a:xfrm>
          <a:prstGeom prst="rect">
            <a:avLst/>
          </a:prstGeom>
          <a:noFill/>
          <a:ln/>
        </p:spPr>
        <p:txBody>
          <a:bodyPr wrap="square" lIns="0" tIns="0" rIns="0" bIns="0" rtlCol="0" anchor="t">
            <a:normAutofit/>
          </a:bodyPr>
          <a:lstStyle/>
          <a:p>
            <a:pPr marL="0" indent="0" algn="l">
              <a:lnSpc>
                <a:spcPts val="5040"/>
              </a:lnSpc>
              <a:buNone/>
            </a:pPr>
            <a:r>
              <a:rPr lang="en-US" sz="4800" b="1" i="0" kern="0" spc="50" dirty="0">
                <a:solidFill>
                  <a:srgbClr val="F5F1EE"/>
                </a:solidFill>
                <a:latin typeface="Oswald" pitchFamily="34" charset="0"/>
                <a:ea typeface="Oswald" pitchFamily="34" charset="-122"/>
                <a:cs typeface="Oswald" pitchFamily="34" charset="-120"/>
              </a:rPr>
              <a:t>OPTION A: MURS RADIOS</a:t>
            </a:r>
            <a:endParaRPr lang="en-US" sz="4800" dirty="0"/>
          </a:p>
          <a:p>
            <a:pPr marL="0" indent="0" algn="l">
              <a:lnSpc>
                <a:spcPts val="5040"/>
              </a:lnSpc>
              <a:buNone/>
            </a:pPr>
            <a:r>
              <a:rPr lang="en-US" sz="4800" b="1" i="0" kern="0" spc="50" dirty="0">
                <a:solidFill>
                  <a:srgbClr val="F5F1EE"/>
                </a:solidFill>
                <a:latin typeface="Oswald" pitchFamily="34" charset="0"/>
                <a:ea typeface="Oswald" pitchFamily="34" charset="-122"/>
                <a:cs typeface="Oswald" pitchFamily="34" charset="-120"/>
              </a:rPr>
              <a:t>+ RUGGED DRIVER KIT</a:t>
            </a:r>
            <a:endParaRPr lang="en-US" sz="4800" dirty="0"/>
          </a:p>
        </p:txBody>
      </p:sp>
      <p:sp>
        <p:nvSpPr>
          <p:cNvPr id="4" name="Shape 2"/>
          <p:cNvSpPr/>
          <p:nvPr/>
        </p:nvSpPr>
        <p:spPr>
          <a:xfrm>
            <a:off x="812800" y="3688060"/>
            <a:ext cx="3318917" cy="0"/>
          </a:xfrm>
          <a:prstGeom prst="line">
            <a:avLst/>
          </a:prstGeom>
          <a:noFill/>
          <a:ln w="25400">
            <a:solidFill>
              <a:srgbClr val="F5F1EE"/>
            </a:solidFill>
            <a:prstDash val="solid"/>
          </a:ln>
        </p:spPr>
        <p:txBody>
          <a:bodyPr/>
          <a:lstStyle/>
          <a:p>
            <a:endParaRPr lang="en-US"/>
          </a:p>
        </p:txBody>
      </p:sp>
      <p:sp>
        <p:nvSpPr>
          <p:cNvPr id="5" name="Text 3"/>
          <p:cNvSpPr/>
          <p:nvPr/>
        </p:nvSpPr>
        <p:spPr>
          <a:xfrm>
            <a:off x="812800" y="3853160"/>
            <a:ext cx="3418484" cy="482600"/>
          </a:xfrm>
          <a:prstGeom prst="rect">
            <a:avLst/>
          </a:prstGeom>
          <a:noFill/>
          <a:ln/>
        </p:spPr>
        <p:txBody>
          <a:bodyPr wrap="square" lIns="0" tIns="0" rIns="0" bIns="0" rtlCol="0" anchor="t">
            <a:normAutofit/>
          </a:bodyPr>
          <a:lstStyle/>
          <a:p>
            <a:pPr marL="0" indent="0" algn="l">
              <a:lnSpc>
                <a:spcPts val="3600"/>
              </a:lnSpc>
              <a:buNone/>
            </a:pPr>
            <a:r>
              <a:rPr lang="en-US" sz="3600" b="1" dirty="0">
                <a:solidFill>
                  <a:srgbClr val="F5F1EE"/>
                </a:solidFill>
                <a:latin typeface="Oswald" pitchFamily="34" charset="0"/>
                <a:ea typeface="Oswald" pitchFamily="34" charset="-122"/>
                <a:cs typeface="Oswald" pitchFamily="34" charset="-120"/>
              </a:rPr>
              <a:t>≈ $677</a:t>
            </a:r>
            <a:endParaRPr lang="en-US" sz="3600" dirty="0"/>
          </a:p>
        </p:txBody>
      </p:sp>
      <p:sp>
        <p:nvSpPr>
          <p:cNvPr id="6" name="Text 4"/>
          <p:cNvSpPr/>
          <p:nvPr/>
        </p:nvSpPr>
        <p:spPr>
          <a:xfrm>
            <a:off x="812800" y="4361160"/>
            <a:ext cx="3418484"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5F1EE"/>
                </a:solidFill>
                <a:latin typeface="Rubik" pitchFamily="34" charset="0"/>
                <a:ea typeface="Rubik" pitchFamily="34" charset="-122"/>
                <a:cs typeface="Rubik" pitchFamily="34" charset="-120"/>
              </a:rPr>
              <a:t>complete, with a spare radio battery</a:t>
            </a:r>
            <a:endParaRPr lang="en-US" sz="1600" dirty="0"/>
          </a:p>
        </p:txBody>
      </p:sp>
      <p:sp>
        <p:nvSpPr>
          <p:cNvPr id="7" name="Shape 5"/>
          <p:cNvSpPr/>
          <p:nvPr/>
        </p:nvSpPr>
        <p:spPr>
          <a:xfrm>
            <a:off x="4436517" y="3688060"/>
            <a:ext cx="3318966" cy="0"/>
          </a:xfrm>
          <a:prstGeom prst="line">
            <a:avLst/>
          </a:prstGeom>
          <a:noFill/>
          <a:ln w="25400">
            <a:solidFill>
              <a:srgbClr val="F5F1EE"/>
            </a:solidFill>
            <a:prstDash val="solid"/>
          </a:ln>
        </p:spPr>
        <p:txBody>
          <a:bodyPr/>
          <a:lstStyle/>
          <a:p>
            <a:endParaRPr lang="en-US"/>
          </a:p>
        </p:txBody>
      </p:sp>
      <p:sp>
        <p:nvSpPr>
          <p:cNvPr id="8" name="Text 6"/>
          <p:cNvSpPr/>
          <p:nvPr/>
        </p:nvSpPr>
        <p:spPr>
          <a:xfrm>
            <a:off x="4436517" y="3853160"/>
            <a:ext cx="3418535" cy="482600"/>
          </a:xfrm>
          <a:prstGeom prst="rect">
            <a:avLst/>
          </a:prstGeom>
          <a:noFill/>
          <a:ln/>
        </p:spPr>
        <p:txBody>
          <a:bodyPr wrap="square" lIns="0" tIns="0" rIns="0" bIns="0" rtlCol="0" anchor="t">
            <a:normAutofit/>
          </a:bodyPr>
          <a:lstStyle/>
          <a:p>
            <a:pPr marL="0" indent="0" algn="l">
              <a:lnSpc>
                <a:spcPts val="3600"/>
              </a:lnSpc>
              <a:buNone/>
            </a:pPr>
            <a:r>
              <a:rPr lang="en-US" sz="3600" b="1" dirty="0">
                <a:solidFill>
                  <a:srgbClr val="F5F1EE"/>
                </a:solidFill>
                <a:latin typeface="Oswald" pitchFamily="34" charset="0"/>
                <a:ea typeface="Oswald" pitchFamily="34" charset="-122"/>
                <a:cs typeface="Oswald" pitchFamily="34" charset="-120"/>
              </a:rPr>
              <a:t>No license</a:t>
            </a:r>
            <a:endParaRPr lang="en-US" sz="3600" dirty="0"/>
          </a:p>
        </p:txBody>
      </p:sp>
      <p:sp>
        <p:nvSpPr>
          <p:cNvPr id="9" name="Text 7"/>
          <p:cNvSpPr/>
          <p:nvPr/>
        </p:nvSpPr>
        <p:spPr>
          <a:xfrm>
            <a:off x="4436517" y="4361160"/>
            <a:ext cx="3418535"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5F1EE"/>
                </a:solidFill>
                <a:latin typeface="Rubik" pitchFamily="34" charset="0"/>
                <a:ea typeface="Rubik" pitchFamily="34" charset="-122"/>
                <a:cs typeface="Rubik" pitchFamily="34" charset="-120"/>
              </a:rPr>
              <a:t>MURS is license-free</a:t>
            </a:r>
            <a:endParaRPr lang="en-US" sz="1600" dirty="0"/>
          </a:p>
        </p:txBody>
      </p:sp>
      <p:sp>
        <p:nvSpPr>
          <p:cNvPr id="10" name="Shape 8"/>
          <p:cNvSpPr/>
          <p:nvPr/>
        </p:nvSpPr>
        <p:spPr>
          <a:xfrm>
            <a:off x="8060283" y="3688060"/>
            <a:ext cx="3318917" cy="0"/>
          </a:xfrm>
          <a:prstGeom prst="line">
            <a:avLst/>
          </a:prstGeom>
          <a:noFill/>
          <a:ln w="25400">
            <a:solidFill>
              <a:srgbClr val="F5F1EE"/>
            </a:solidFill>
            <a:prstDash val="solid"/>
          </a:ln>
        </p:spPr>
        <p:txBody>
          <a:bodyPr/>
          <a:lstStyle/>
          <a:p>
            <a:endParaRPr lang="en-US"/>
          </a:p>
        </p:txBody>
      </p:sp>
      <p:sp>
        <p:nvSpPr>
          <p:cNvPr id="11" name="Text 9"/>
          <p:cNvSpPr/>
          <p:nvPr/>
        </p:nvSpPr>
        <p:spPr>
          <a:xfrm>
            <a:off x="8060283" y="3853160"/>
            <a:ext cx="3418484" cy="482600"/>
          </a:xfrm>
          <a:prstGeom prst="rect">
            <a:avLst/>
          </a:prstGeom>
          <a:noFill/>
          <a:ln/>
        </p:spPr>
        <p:txBody>
          <a:bodyPr wrap="square" lIns="0" tIns="0" rIns="0" bIns="0" rtlCol="0" anchor="t">
            <a:normAutofit/>
          </a:bodyPr>
          <a:lstStyle/>
          <a:p>
            <a:pPr marL="0" indent="0" algn="l">
              <a:lnSpc>
                <a:spcPts val="3600"/>
              </a:lnSpc>
              <a:buNone/>
            </a:pPr>
            <a:r>
              <a:rPr lang="en-US" sz="3600" b="1" dirty="0">
                <a:solidFill>
                  <a:srgbClr val="F5F1EE"/>
                </a:solidFill>
                <a:latin typeface="Oswald" pitchFamily="34" charset="0"/>
                <a:ea typeface="Oswald" pitchFamily="34" charset="-122"/>
                <a:cs typeface="Oswald" pitchFamily="34" charset="-120"/>
              </a:rPr>
              <a:t>2 W</a:t>
            </a:r>
            <a:endParaRPr lang="en-US" sz="3600" dirty="0"/>
          </a:p>
        </p:txBody>
      </p:sp>
      <p:sp>
        <p:nvSpPr>
          <p:cNvPr id="12" name="Text 10"/>
          <p:cNvSpPr/>
          <p:nvPr/>
        </p:nvSpPr>
        <p:spPr>
          <a:xfrm>
            <a:off x="8060283" y="4361160"/>
            <a:ext cx="3418484"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5F1EE"/>
                </a:solidFill>
                <a:latin typeface="Rubik" pitchFamily="34" charset="0"/>
                <a:ea typeface="Rubik" pitchFamily="34" charset="-122"/>
                <a:cs typeface="Rubik" pitchFamily="34" charset="-120"/>
              </a:rPr>
              <a:t>with a cage-mounted antenna</a:t>
            </a:r>
            <a:endParaRPr lang="en-US" sz="1600" dirty="0"/>
          </a:p>
        </p:txBody>
      </p:sp>
      <p:sp>
        <p:nvSpPr>
          <p:cNvPr id="13" name="Text 11"/>
          <p:cNvSpPr/>
          <p:nvPr/>
        </p:nvSpPr>
        <p:spPr>
          <a:xfrm>
            <a:off x="812800" y="4899620"/>
            <a:ext cx="10883392"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5F1EE"/>
                </a:solidFill>
                <a:latin typeface="Rubik" pitchFamily="34" charset="0"/>
                <a:ea typeface="Rubik" pitchFamily="34" charset="-122"/>
                <a:cs typeface="Rubik" pitchFamily="34" charset="-120"/>
              </a:rPr>
              <a:t>Chosen from four off-the-shelf options, checked against the 2027 rules and our SOW.</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21012"/>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kern="0" spc="50" dirty="0">
                <a:solidFill>
                  <a:srgbClr val="F5F1EE"/>
                </a:solidFill>
                <a:latin typeface="Oswald" pitchFamily="34" charset="0"/>
                <a:ea typeface="Oswald" pitchFamily="34" charset="-122"/>
                <a:cs typeface="Oswald" pitchFamily="34" charset="-120"/>
              </a:rPr>
              <a:t>HOW OPTION A MEETS OUR REQUIREMENTS</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2317704383"/>
              </p:ext>
            </p:extLst>
          </p:nvPr>
        </p:nvGraphicFramePr>
        <p:xfrm>
          <a:off x="825500" y="1531590"/>
          <a:ext cx="10553700" cy="2874568"/>
        </p:xfrm>
        <a:graphic>
          <a:graphicData uri="http://schemas.openxmlformats.org/drawingml/2006/table">
            <a:tbl>
              <a:tblPr/>
              <a:tblGrid>
                <a:gridCol w="2955036">
                  <a:extLst>
                    <a:ext uri="{9D8B030D-6E8A-4147-A177-3AD203B41FA5}">
                      <a16:colId xmlns:a16="http://schemas.microsoft.com/office/drawing/2014/main" val="20000"/>
                    </a:ext>
                  </a:extLst>
                </a:gridCol>
                <a:gridCol w="1899666">
                  <a:extLst>
                    <a:ext uri="{9D8B030D-6E8A-4147-A177-3AD203B41FA5}">
                      <a16:colId xmlns:a16="http://schemas.microsoft.com/office/drawing/2014/main" val="20001"/>
                    </a:ext>
                  </a:extLst>
                </a:gridCol>
                <a:gridCol w="3166110">
                  <a:extLst>
                    <a:ext uri="{9D8B030D-6E8A-4147-A177-3AD203B41FA5}">
                      <a16:colId xmlns:a16="http://schemas.microsoft.com/office/drawing/2014/main" val="20002"/>
                    </a:ext>
                  </a:extLst>
                </a:gridCol>
                <a:gridCol w="2532888">
                  <a:extLst>
                    <a:ext uri="{9D8B030D-6E8A-4147-A177-3AD203B41FA5}">
                      <a16:colId xmlns:a16="http://schemas.microsoft.com/office/drawing/2014/main" val="20003"/>
                    </a:ext>
                  </a:extLst>
                </a:gridCol>
              </a:tblGrid>
              <a:tr h="359321">
                <a:tc>
                  <a:txBody>
                    <a:bodyPr/>
                    <a:lstStyle/>
                    <a:p>
                      <a:pPr marL="0" indent="0">
                        <a:lnSpc>
                          <a:spcPts val="1820"/>
                        </a:lnSpc>
                        <a:buNone/>
                      </a:pPr>
                      <a:r>
                        <a:rPr lang="en-US" sz="1300" b="1" dirty="0">
                          <a:solidFill>
                            <a:srgbClr val="F5F1EE"/>
                          </a:solidFill>
                          <a:latin typeface="Rubik" pitchFamily="34" charset="0"/>
                          <a:ea typeface="Rubik" pitchFamily="34" charset="-122"/>
                          <a:cs typeface="Rubik" pitchFamily="34" charset="-120"/>
                        </a:rPr>
                        <a:t>Requirement</a:t>
                      </a:r>
                      <a:endParaRPr lang="en-US" sz="1300" dirty="0">
                        <a:latin typeface="Rubik" charset="0"/>
                        <a:ea typeface="Rubik" charset="0"/>
                        <a:cs typeface="Rubik" charset="0"/>
                      </a:endParaRPr>
                    </a:p>
                  </a:txBody>
                  <a:tcPr marL="57785" marR="57785" marT="57785" marB="57785">
                    <a:lnL w="12700" cap="flat" cmpd="sng" algn="ctr">
                      <a:solidFill>
                        <a:srgbClr val="454344"/>
                      </a:solidFill>
                      <a:prstDash val="solid"/>
                      <a:round/>
                      <a:headEnd type="none" w="med" len="med"/>
                      <a:tailEnd type="none" w="med" len="med"/>
                    </a:lnL>
                    <a:lnR w="12700" cap="flat" cmpd="sng" algn="ctr">
                      <a:solidFill>
                        <a:srgbClr val="D3435A"/>
                      </a:solidFill>
                      <a:prstDash val="solid"/>
                      <a:round/>
                      <a:headEnd type="none" w="med" len="med"/>
                      <a:tailEnd type="none" w="med" len="med"/>
                    </a:lnR>
                    <a:lnT w="12700" cap="flat" cmpd="sng" algn="ctr">
                      <a:solidFill>
                        <a:srgbClr val="454344"/>
                      </a:solidFill>
                      <a:prstDash val="solid"/>
                      <a:round/>
                      <a:headEnd type="none" w="med" len="med"/>
                      <a:tailEnd type="none" w="med" len="med"/>
                    </a:lnT>
                    <a:lnB w="12700" cap="flat" cmpd="sng" algn="ctr">
                      <a:solidFill>
                        <a:srgbClr val="D3435A"/>
                      </a:solidFill>
                      <a:prstDash val="solid"/>
                      <a:round/>
                      <a:headEnd type="none" w="med" len="med"/>
                      <a:tailEnd type="none" w="med" len="med"/>
                    </a:lnB>
                    <a:solidFill>
                      <a:srgbClr val="C8102E"/>
                    </a:solidFill>
                  </a:tcPr>
                </a:tc>
                <a:tc>
                  <a:txBody>
                    <a:bodyPr/>
                    <a:lstStyle/>
                    <a:p>
                      <a:pPr marL="0" indent="0">
                        <a:lnSpc>
                          <a:spcPts val="1820"/>
                        </a:lnSpc>
                        <a:buNone/>
                      </a:pPr>
                      <a:r>
                        <a:rPr lang="en-US" sz="1300" b="1" dirty="0">
                          <a:solidFill>
                            <a:srgbClr val="F5F1EE"/>
                          </a:solidFill>
                          <a:latin typeface="Rubik" pitchFamily="34" charset="0"/>
                          <a:ea typeface="Rubik" pitchFamily="34" charset="-122"/>
                          <a:cs typeface="Rubik" pitchFamily="34" charset="-120"/>
                        </a:rPr>
                        <a:t>Target / threshold</a:t>
                      </a:r>
                      <a:endParaRPr lang="en-US" sz="1300" dirty="0">
                        <a:latin typeface="Rubik" charset="0"/>
                        <a:ea typeface="Rubik" charset="0"/>
                        <a:cs typeface="Rubik" charset="0"/>
                      </a:endParaRPr>
                    </a:p>
                  </a:txBody>
                  <a:tcPr marL="57785" marR="57785" marT="57785" marB="57785">
                    <a:lnL w="12700" cap="flat" cmpd="sng" algn="ctr">
                      <a:solidFill>
                        <a:srgbClr val="D3435A"/>
                      </a:solidFill>
                      <a:prstDash val="solid"/>
                      <a:round/>
                      <a:headEnd type="none" w="med" len="med"/>
                      <a:tailEnd type="none" w="med" len="med"/>
                    </a:lnL>
                    <a:lnR w="12700" cap="flat" cmpd="sng" algn="ctr">
                      <a:solidFill>
                        <a:srgbClr val="D3435A"/>
                      </a:solidFill>
                      <a:prstDash val="solid"/>
                      <a:round/>
                      <a:headEnd type="none" w="med" len="med"/>
                      <a:tailEnd type="none" w="med" len="med"/>
                    </a:lnR>
                    <a:lnT w="12700" cap="flat" cmpd="sng" algn="ctr">
                      <a:solidFill>
                        <a:srgbClr val="454344"/>
                      </a:solidFill>
                      <a:prstDash val="solid"/>
                      <a:round/>
                      <a:headEnd type="none" w="med" len="med"/>
                      <a:tailEnd type="none" w="med" len="med"/>
                    </a:lnT>
                    <a:lnB w="12700" cap="flat" cmpd="sng" algn="ctr">
                      <a:solidFill>
                        <a:srgbClr val="D3435A"/>
                      </a:solidFill>
                      <a:prstDash val="solid"/>
                      <a:round/>
                      <a:headEnd type="none" w="med" len="med"/>
                      <a:tailEnd type="none" w="med" len="med"/>
                    </a:lnB>
                    <a:solidFill>
                      <a:srgbClr val="C8102E"/>
                    </a:solidFill>
                  </a:tcPr>
                </a:tc>
                <a:tc>
                  <a:txBody>
                    <a:bodyPr/>
                    <a:lstStyle/>
                    <a:p>
                      <a:pPr marL="0" indent="0">
                        <a:lnSpc>
                          <a:spcPts val="1820"/>
                        </a:lnSpc>
                        <a:buNone/>
                      </a:pPr>
                      <a:r>
                        <a:rPr lang="en-US" sz="1300" b="1" dirty="0">
                          <a:solidFill>
                            <a:srgbClr val="F5F1EE"/>
                          </a:solidFill>
                          <a:latin typeface="Rubik" pitchFamily="34" charset="0"/>
                          <a:ea typeface="Rubik" pitchFamily="34" charset="-122"/>
                          <a:cs typeface="Rubik" pitchFamily="34" charset="-120"/>
                        </a:rPr>
                        <a:t>Option A</a:t>
                      </a:r>
                      <a:endParaRPr lang="en-US" sz="1300" dirty="0">
                        <a:latin typeface="Rubik" charset="0"/>
                        <a:ea typeface="Rubik" charset="0"/>
                        <a:cs typeface="Rubik" charset="0"/>
                      </a:endParaRPr>
                    </a:p>
                  </a:txBody>
                  <a:tcPr marL="57785" marR="57785" marT="57785" marB="57785">
                    <a:lnL w="12700" cap="flat" cmpd="sng" algn="ctr">
                      <a:solidFill>
                        <a:srgbClr val="D3435A"/>
                      </a:solidFill>
                      <a:prstDash val="solid"/>
                      <a:round/>
                      <a:headEnd type="none" w="med" len="med"/>
                      <a:tailEnd type="none" w="med" len="med"/>
                    </a:lnL>
                    <a:lnR w="12700" cap="flat" cmpd="sng" algn="ctr">
                      <a:solidFill>
                        <a:srgbClr val="D3435A"/>
                      </a:solidFill>
                      <a:prstDash val="solid"/>
                      <a:round/>
                      <a:headEnd type="none" w="med" len="med"/>
                      <a:tailEnd type="none" w="med" len="med"/>
                    </a:lnR>
                    <a:lnT w="12700" cap="flat" cmpd="sng" algn="ctr">
                      <a:solidFill>
                        <a:srgbClr val="454344"/>
                      </a:solidFill>
                      <a:prstDash val="solid"/>
                      <a:round/>
                      <a:headEnd type="none" w="med" len="med"/>
                      <a:tailEnd type="none" w="med" len="med"/>
                    </a:lnT>
                    <a:lnB w="12700" cap="flat" cmpd="sng" algn="ctr">
                      <a:solidFill>
                        <a:srgbClr val="D3435A"/>
                      </a:solidFill>
                      <a:prstDash val="solid"/>
                      <a:round/>
                      <a:headEnd type="none" w="med" len="med"/>
                      <a:tailEnd type="none" w="med" len="med"/>
                    </a:lnB>
                    <a:solidFill>
                      <a:srgbClr val="C8102E"/>
                    </a:solidFill>
                  </a:tcPr>
                </a:tc>
                <a:tc>
                  <a:txBody>
                    <a:bodyPr/>
                    <a:lstStyle/>
                    <a:p>
                      <a:pPr marL="0" indent="0">
                        <a:lnSpc>
                          <a:spcPts val="1820"/>
                        </a:lnSpc>
                        <a:buNone/>
                      </a:pPr>
                      <a:r>
                        <a:rPr lang="en-US" sz="1300" b="1" dirty="0">
                          <a:solidFill>
                            <a:srgbClr val="F5F1EE"/>
                          </a:solidFill>
                          <a:latin typeface="Rubik" pitchFamily="34" charset="0"/>
                          <a:ea typeface="Rubik" pitchFamily="34" charset="-122"/>
                          <a:cs typeface="Rubik" pitchFamily="34" charset="-120"/>
                        </a:rPr>
                        <a:t>Status</a:t>
                      </a:r>
                      <a:endParaRPr lang="en-US" sz="1300" dirty="0">
                        <a:latin typeface="Rubik" charset="0"/>
                        <a:ea typeface="Rubik" charset="0"/>
                        <a:cs typeface="Rubik" charset="0"/>
                      </a:endParaRPr>
                    </a:p>
                  </a:txBody>
                  <a:tcPr marL="57785" marR="57785" marT="57785" marB="57785">
                    <a:lnL w="12700" cap="flat" cmpd="sng" algn="ctr">
                      <a:solidFill>
                        <a:srgbClr val="D3435A"/>
                      </a:solidFill>
                      <a:prstDash val="solid"/>
                      <a:round/>
                      <a:headEnd type="none" w="med" len="med"/>
                      <a:tailEnd type="none" w="med" len="med"/>
                    </a:lnL>
                    <a:lnR w="12700" cap="flat" cmpd="sng" algn="ctr">
                      <a:solidFill>
                        <a:srgbClr val="D3435A"/>
                      </a:solidFill>
                      <a:prstDash val="solid"/>
                      <a:round/>
                      <a:headEnd type="none" w="med" len="med"/>
                      <a:tailEnd type="none" w="med" len="med"/>
                    </a:lnR>
                    <a:lnT w="12700" cap="flat" cmpd="sng" algn="ctr">
                      <a:solidFill>
                        <a:srgbClr val="454344"/>
                      </a:solidFill>
                      <a:prstDash val="solid"/>
                      <a:round/>
                      <a:headEnd type="none" w="med" len="med"/>
                      <a:tailEnd type="none" w="med" len="med"/>
                    </a:lnT>
                    <a:lnB w="12700" cap="flat" cmpd="sng" algn="ctr">
                      <a:solidFill>
                        <a:srgbClr val="D3435A"/>
                      </a:solidFill>
                      <a:prstDash val="solid"/>
                      <a:round/>
                      <a:headEnd type="none" w="med" len="med"/>
                      <a:tailEnd type="none" w="med" len="med"/>
                    </a:lnB>
                    <a:solidFill>
                      <a:srgbClr val="C8102E"/>
                    </a:solidFill>
                  </a:tcPr>
                </a:tc>
                <a:extLst>
                  <a:ext uri="{0D108BD9-81ED-4DB2-BD59-A6C34878D82A}">
                    <a16:rowId xmlns:a16="http://schemas.microsoft.com/office/drawing/2014/main" val="10000"/>
                  </a:ext>
                </a:extLst>
              </a:tr>
              <a:tr h="359321">
                <a:tc>
                  <a:txBody>
                    <a:bodyPr/>
                    <a:lstStyle/>
                    <a:p>
                      <a:pPr marL="0" indent="0">
                        <a:lnSpc>
                          <a:spcPts val="1820"/>
                        </a:lnSpc>
                        <a:buNone/>
                      </a:pPr>
                      <a:r>
                        <a:rPr lang="en-US" sz="1300" dirty="0">
                          <a:solidFill>
                            <a:srgbClr val="F5F1EE"/>
                          </a:solidFill>
                          <a:latin typeface="Rubik" pitchFamily="34" charset="0"/>
                          <a:ea typeface="Rubik" pitchFamily="34" charset="-122"/>
                          <a:cs typeface="Rubik" pitchFamily="34" charset="-120"/>
                        </a:rPr>
                        <a:t>Radio range (SOW)</a:t>
                      </a:r>
                      <a:endParaRPr lang="en-US" sz="1300" dirty="0">
                        <a:latin typeface="Rubik" charset="0"/>
                        <a:ea typeface="Rubik" charset="0"/>
                        <a:cs typeface="Rubik" charset="0"/>
                      </a:endParaRPr>
                    </a:p>
                  </a:txBody>
                  <a:tcPr marL="57785" marR="57785" marT="57785" marB="57785">
                    <a:lnL w="12700" cap="flat" cmpd="sng" algn="ctr">
                      <a:solidFill>
                        <a:srgbClr val="454344"/>
                      </a:solidFill>
                      <a:prstDash val="solid"/>
                      <a:round/>
                      <a:headEnd type="none" w="med" len="med"/>
                      <a:tailEnd type="none" w="med" len="med"/>
                    </a:lnL>
                    <a:lnR w="12700" cap="flat" cmpd="sng" algn="ctr">
                      <a:solidFill>
                        <a:srgbClr val="534E4F"/>
                      </a:solidFill>
                      <a:prstDash val="solid"/>
                      <a:round/>
                      <a:headEnd type="none" w="med" len="med"/>
                      <a:tailEnd type="none" w="med" len="med"/>
                    </a:lnR>
                    <a:lnT w="12700" cap="flat" cmpd="sng" algn="ctr">
                      <a:solidFill>
                        <a:srgbClr val="D3435A"/>
                      </a:solidFill>
                      <a:prstDash val="solid"/>
                      <a:round/>
                      <a:headEnd type="none" w="med" len="med"/>
                      <a:tailEnd type="none" w="med" len="med"/>
                    </a:lnT>
                    <a:lnB w="12700" cap="flat" cmpd="sng" algn="ctr">
                      <a:solidFill>
                        <a:srgbClr val="534E4F"/>
                      </a:solidFill>
                      <a:prstDash val="solid"/>
                      <a:round/>
                      <a:headEnd type="none" w="med" len="med"/>
                      <a:tailEnd type="none" w="med" len="med"/>
                    </a:lnB>
                    <a:solidFill>
                      <a:srgbClr val="241E20"/>
                    </a:solidFill>
                  </a:tcPr>
                </a:tc>
                <a:tc>
                  <a:txBody>
                    <a:bodyPr/>
                    <a:lstStyle/>
                    <a:p>
                      <a:pPr marL="0" indent="0">
                        <a:lnSpc>
                          <a:spcPts val="1820"/>
                        </a:lnSpc>
                        <a:buNone/>
                      </a:pPr>
                      <a:r>
                        <a:rPr lang="en-US" sz="1300" dirty="0">
                          <a:solidFill>
                            <a:srgbClr val="F5F1EE"/>
                          </a:solidFill>
                          <a:latin typeface="Rubik" pitchFamily="34" charset="0"/>
                          <a:ea typeface="Rubik" pitchFamily="34" charset="-122"/>
                          <a:cs typeface="Rubik" pitchFamily="34" charset="-120"/>
                        </a:rPr>
                        <a:t>≥ 750 m / ≥ 500 m</a:t>
                      </a:r>
                      <a:endParaRPr lang="en-US" sz="1300" dirty="0">
                        <a:latin typeface="Rubik" charset="0"/>
                        <a:ea typeface="Rubik" charset="0"/>
                        <a:cs typeface="Rubik" charset="0"/>
                      </a:endParaRPr>
                    </a:p>
                  </a:txBody>
                  <a:tcPr marL="57785" marR="57785" marT="57785" marB="57785">
                    <a:lnL w="12700" cap="flat" cmpd="sng" algn="ctr">
                      <a:solidFill>
                        <a:srgbClr val="534E4F"/>
                      </a:solidFill>
                      <a:prstDash val="solid"/>
                      <a:round/>
                      <a:headEnd type="none" w="med" len="med"/>
                      <a:tailEnd type="none" w="med" len="med"/>
                    </a:lnL>
                    <a:lnR w="12700" cap="flat" cmpd="sng" algn="ctr">
                      <a:solidFill>
                        <a:srgbClr val="534E4F"/>
                      </a:solidFill>
                      <a:prstDash val="solid"/>
                      <a:round/>
                      <a:headEnd type="none" w="med" len="med"/>
                      <a:tailEnd type="none" w="med" len="med"/>
                    </a:lnR>
                    <a:lnT w="12700" cap="flat" cmpd="sng" algn="ctr">
                      <a:solidFill>
                        <a:srgbClr val="D3435A"/>
                      </a:solidFill>
                      <a:prstDash val="solid"/>
                      <a:round/>
                      <a:headEnd type="none" w="med" len="med"/>
                      <a:tailEnd type="none" w="med" len="med"/>
                    </a:lnT>
                    <a:lnB w="12700" cap="flat" cmpd="sng" algn="ctr">
                      <a:solidFill>
                        <a:srgbClr val="534E4F"/>
                      </a:solidFill>
                      <a:prstDash val="solid"/>
                      <a:round/>
                      <a:headEnd type="none" w="med" len="med"/>
                      <a:tailEnd type="none" w="med" len="med"/>
                    </a:lnB>
                    <a:solidFill>
                      <a:srgbClr val="241E20"/>
                    </a:solidFill>
                  </a:tcPr>
                </a:tc>
                <a:tc>
                  <a:txBody>
                    <a:bodyPr/>
                    <a:lstStyle/>
                    <a:p>
                      <a:pPr marL="0" indent="0">
                        <a:lnSpc>
                          <a:spcPts val="1820"/>
                        </a:lnSpc>
                        <a:buNone/>
                      </a:pPr>
                      <a:r>
                        <a:rPr lang="en-US" sz="1300" dirty="0">
                          <a:solidFill>
                            <a:srgbClr val="F5F1EE"/>
                          </a:solidFill>
                          <a:latin typeface="Rubik" pitchFamily="34" charset="0"/>
                          <a:ea typeface="Rubik" pitchFamily="34" charset="-122"/>
                          <a:cs typeface="Rubik" pitchFamily="34" charset="-120"/>
                        </a:rPr>
                        <a:t>Est. 1.6–8 km (1–5 mi)</a:t>
                      </a:r>
                      <a:endParaRPr lang="en-US" sz="1300" dirty="0">
                        <a:latin typeface="Rubik" charset="0"/>
                        <a:ea typeface="Rubik" charset="0"/>
                        <a:cs typeface="Rubik" charset="0"/>
                      </a:endParaRPr>
                    </a:p>
                  </a:txBody>
                  <a:tcPr marL="57785" marR="57785" marT="57785" marB="57785">
                    <a:lnL w="12700" cap="flat" cmpd="sng" algn="ctr">
                      <a:solidFill>
                        <a:srgbClr val="534E4F"/>
                      </a:solidFill>
                      <a:prstDash val="solid"/>
                      <a:round/>
                      <a:headEnd type="none" w="med" len="med"/>
                      <a:tailEnd type="none" w="med" len="med"/>
                    </a:lnL>
                    <a:lnR w="12700" cap="flat" cmpd="sng" algn="ctr">
                      <a:solidFill>
                        <a:srgbClr val="534E4F"/>
                      </a:solidFill>
                      <a:prstDash val="solid"/>
                      <a:round/>
                      <a:headEnd type="none" w="med" len="med"/>
                      <a:tailEnd type="none" w="med" len="med"/>
                    </a:lnR>
                    <a:lnT w="12700" cap="flat" cmpd="sng" algn="ctr">
                      <a:solidFill>
                        <a:srgbClr val="D3435A"/>
                      </a:solidFill>
                      <a:prstDash val="solid"/>
                      <a:round/>
                      <a:headEnd type="none" w="med" len="med"/>
                      <a:tailEnd type="none" w="med" len="med"/>
                    </a:lnT>
                    <a:lnB w="12700" cap="flat" cmpd="sng" algn="ctr">
                      <a:solidFill>
                        <a:srgbClr val="534E4F"/>
                      </a:solidFill>
                      <a:prstDash val="solid"/>
                      <a:round/>
                      <a:headEnd type="none" w="med" len="med"/>
                      <a:tailEnd type="none" w="med" len="med"/>
                    </a:lnB>
                    <a:solidFill>
                      <a:srgbClr val="241E20"/>
                    </a:solidFill>
                  </a:tcPr>
                </a:tc>
                <a:tc>
                  <a:txBody>
                    <a:bodyPr/>
                    <a:lstStyle/>
                    <a:p>
                      <a:pPr marL="0" indent="0">
                        <a:lnSpc>
                          <a:spcPts val="1820"/>
                        </a:lnSpc>
                        <a:buNone/>
                      </a:pPr>
                      <a:r>
                        <a:rPr lang="en-US" sz="1300" dirty="0">
                          <a:solidFill>
                            <a:srgbClr val="F5F1EE"/>
                          </a:solidFill>
                          <a:latin typeface="Rubik" pitchFamily="34" charset="0"/>
                          <a:ea typeface="Rubik" pitchFamily="34" charset="-122"/>
                          <a:cs typeface="Rubik" pitchFamily="34" charset="-120"/>
                        </a:rPr>
                        <a:t>Verify: range walk</a:t>
                      </a:r>
                      <a:endParaRPr lang="en-US" sz="1300" dirty="0">
                        <a:latin typeface="Rubik" charset="0"/>
                        <a:ea typeface="Rubik" charset="0"/>
                        <a:cs typeface="Rubik" charset="0"/>
                      </a:endParaRPr>
                    </a:p>
                  </a:txBody>
                  <a:tcPr marL="57785" marR="57785" marT="57785" marB="57785">
                    <a:lnL w="12700" cap="flat" cmpd="sng" algn="ctr">
                      <a:solidFill>
                        <a:srgbClr val="534E4F"/>
                      </a:solidFill>
                      <a:prstDash val="solid"/>
                      <a:round/>
                      <a:headEnd type="none" w="med" len="med"/>
                      <a:tailEnd type="none" w="med" len="med"/>
                    </a:lnL>
                    <a:lnR w="12700" cap="flat" cmpd="sng" algn="ctr">
                      <a:solidFill>
                        <a:srgbClr val="534E4F"/>
                      </a:solidFill>
                      <a:prstDash val="solid"/>
                      <a:round/>
                      <a:headEnd type="none" w="med" len="med"/>
                      <a:tailEnd type="none" w="med" len="med"/>
                    </a:lnR>
                    <a:lnT w="12700" cap="flat" cmpd="sng" algn="ctr">
                      <a:solidFill>
                        <a:srgbClr val="D3435A"/>
                      </a:solidFill>
                      <a:prstDash val="solid"/>
                      <a:round/>
                      <a:headEnd type="none" w="med" len="med"/>
                      <a:tailEnd type="none" w="med" len="med"/>
                    </a:lnT>
                    <a:lnB w="12700" cap="flat" cmpd="sng" algn="ctr">
                      <a:solidFill>
                        <a:srgbClr val="534E4F"/>
                      </a:solidFill>
                      <a:prstDash val="solid"/>
                      <a:round/>
                      <a:headEnd type="none" w="med" len="med"/>
                      <a:tailEnd type="none" w="med" len="med"/>
                    </a:lnB>
                    <a:solidFill>
                      <a:srgbClr val="241E20"/>
                    </a:solidFill>
                  </a:tcPr>
                </a:tc>
                <a:extLst>
                  <a:ext uri="{0D108BD9-81ED-4DB2-BD59-A6C34878D82A}">
                    <a16:rowId xmlns:a16="http://schemas.microsoft.com/office/drawing/2014/main" val="10001"/>
                  </a:ext>
                </a:extLst>
              </a:tr>
              <a:tr h="359321">
                <a:tc>
                  <a:txBody>
                    <a:bodyPr/>
                    <a:lstStyle/>
                    <a:p>
                      <a:pPr marL="0" indent="0">
                        <a:lnSpc>
                          <a:spcPts val="1820"/>
                        </a:lnSpc>
                        <a:buNone/>
                      </a:pPr>
                      <a:r>
                        <a:rPr lang="en-US" sz="1300" dirty="0">
                          <a:solidFill>
                            <a:srgbClr val="F5F1EE"/>
                          </a:solidFill>
                          <a:latin typeface="Rubik" pitchFamily="34" charset="0"/>
                          <a:ea typeface="Rubik" pitchFamily="34" charset="-122"/>
                          <a:cs typeface="Rubik" pitchFamily="34" charset="-120"/>
                        </a:rPr>
                        <a:t>Cockpit egress (SOW)</a:t>
                      </a:r>
                      <a:endParaRPr lang="en-US" sz="1300" dirty="0">
                        <a:latin typeface="Rubik" charset="0"/>
                        <a:ea typeface="Rubik" charset="0"/>
                        <a:cs typeface="Rubik" charset="0"/>
                      </a:endParaRPr>
                    </a:p>
                  </a:txBody>
                  <a:tcPr marL="57785" marR="57785" marT="57785" marB="57785">
                    <a:lnL w="12700" cap="flat" cmpd="sng" algn="ctr">
                      <a:solidFill>
                        <a:srgbClr val="454344"/>
                      </a:solidFill>
                      <a:prstDash val="solid"/>
                      <a:round/>
                      <a:headEnd type="none" w="med" len="med"/>
                      <a:tailEnd type="none" w="med" len="med"/>
                    </a:lnL>
                    <a:lnR w="12700" cap="flat" cmpd="sng" algn="ctr">
                      <a:solidFill>
                        <a:srgbClr val="4B4748"/>
                      </a:solidFill>
                      <a:prstDash val="solid"/>
                      <a:round/>
                      <a:headEnd type="none" w="med" len="med"/>
                      <a:tailEnd type="none" w="med" len="med"/>
                    </a:lnR>
                    <a:lnT w="12700" cap="flat" cmpd="sng" algn="ctr">
                      <a:solidFill>
                        <a:srgbClr val="534E4F"/>
                      </a:solidFill>
                      <a:prstDash val="solid"/>
                      <a:round/>
                      <a:headEnd type="none" w="med" len="med"/>
                      <a:tailEnd type="none" w="med" len="med"/>
                    </a:lnT>
                    <a:lnB w="12700" cap="flat" cmpd="sng" algn="ctr">
                      <a:solidFill>
                        <a:srgbClr val="4B4748"/>
                      </a:solidFill>
                      <a:prstDash val="solid"/>
                      <a:round/>
                      <a:headEnd type="none" w="med" len="med"/>
                      <a:tailEnd type="none" w="med" len="med"/>
                    </a:lnB>
                    <a:solidFill>
                      <a:srgbClr val="1A1517"/>
                    </a:solidFill>
                  </a:tcPr>
                </a:tc>
                <a:tc>
                  <a:txBody>
                    <a:bodyPr/>
                    <a:lstStyle/>
                    <a:p>
                      <a:pPr marL="0" indent="0">
                        <a:lnSpc>
                          <a:spcPts val="1820"/>
                        </a:lnSpc>
                        <a:buNone/>
                      </a:pPr>
                      <a:r>
                        <a:rPr lang="en-US" sz="1300" dirty="0">
                          <a:solidFill>
                            <a:srgbClr val="F5F1EE"/>
                          </a:solidFill>
                          <a:latin typeface="Rubik" pitchFamily="34" charset="0"/>
                          <a:ea typeface="Rubik" pitchFamily="34" charset="-122"/>
                          <a:cs typeface="Rubik" pitchFamily="34" charset="-120"/>
                        </a:rPr>
                        <a:t>≤ 4 s / ≤ 5 s</a:t>
                      </a:r>
                      <a:endParaRPr lang="en-US" sz="1300" dirty="0">
                        <a:latin typeface="Rubik" charset="0"/>
                        <a:ea typeface="Rubik" charset="0"/>
                        <a:cs typeface="Rubik" charset="0"/>
                      </a:endParaRPr>
                    </a:p>
                  </a:txBody>
                  <a:tcPr marL="57785" marR="57785" marT="57785" marB="57785">
                    <a:lnL w="12700" cap="flat" cmpd="sng" algn="ctr">
                      <a:solidFill>
                        <a:srgbClr val="4B4748"/>
                      </a:solidFill>
                      <a:prstDash val="solid"/>
                      <a:round/>
                      <a:headEnd type="none" w="med" len="med"/>
                      <a:tailEnd type="none" w="med" len="med"/>
                    </a:lnL>
                    <a:lnR w="12700" cap="flat" cmpd="sng" algn="ctr">
                      <a:solidFill>
                        <a:srgbClr val="4B4748"/>
                      </a:solidFill>
                      <a:prstDash val="solid"/>
                      <a:round/>
                      <a:headEnd type="none" w="med" len="med"/>
                      <a:tailEnd type="none" w="med" len="med"/>
                    </a:lnR>
                    <a:lnT w="12700" cap="flat" cmpd="sng" algn="ctr">
                      <a:solidFill>
                        <a:srgbClr val="534E4F"/>
                      </a:solidFill>
                      <a:prstDash val="solid"/>
                      <a:round/>
                      <a:headEnd type="none" w="med" len="med"/>
                      <a:tailEnd type="none" w="med" len="med"/>
                    </a:lnT>
                    <a:lnB w="12700" cap="flat" cmpd="sng" algn="ctr">
                      <a:solidFill>
                        <a:srgbClr val="4B4748"/>
                      </a:solidFill>
                      <a:prstDash val="solid"/>
                      <a:round/>
                      <a:headEnd type="none" w="med" len="med"/>
                      <a:tailEnd type="none" w="med" len="med"/>
                    </a:lnB>
                    <a:solidFill>
                      <a:srgbClr val="1A1517"/>
                    </a:solidFill>
                  </a:tcPr>
                </a:tc>
                <a:tc>
                  <a:txBody>
                    <a:bodyPr/>
                    <a:lstStyle/>
                    <a:p>
                      <a:pPr marL="0" indent="0">
                        <a:lnSpc>
                          <a:spcPts val="1820"/>
                        </a:lnSpc>
                        <a:buNone/>
                      </a:pPr>
                      <a:r>
                        <a:rPr lang="en-US" sz="1300" dirty="0">
                          <a:solidFill>
                            <a:srgbClr val="F5F1EE"/>
                          </a:solidFill>
                          <a:latin typeface="Rubik" pitchFamily="34" charset="0"/>
                          <a:ea typeface="Rubik" pitchFamily="34" charset="-122"/>
                          <a:cs typeface="Rubik" pitchFamily="34" charset="-120"/>
                        </a:rPr>
                        <a:t>Quick-release coil cord</a:t>
                      </a:r>
                      <a:endParaRPr lang="en-US" sz="1300" dirty="0">
                        <a:latin typeface="Rubik" charset="0"/>
                        <a:ea typeface="Rubik" charset="0"/>
                        <a:cs typeface="Rubik" charset="0"/>
                      </a:endParaRPr>
                    </a:p>
                  </a:txBody>
                  <a:tcPr marL="57785" marR="57785" marT="57785" marB="57785">
                    <a:lnL w="12700" cap="flat" cmpd="sng" algn="ctr">
                      <a:solidFill>
                        <a:srgbClr val="4B4748"/>
                      </a:solidFill>
                      <a:prstDash val="solid"/>
                      <a:round/>
                      <a:headEnd type="none" w="med" len="med"/>
                      <a:tailEnd type="none" w="med" len="med"/>
                    </a:lnL>
                    <a:lnR w="12700" cap="flat" cmpd="sng" algn="ctr">
                      <a:solidFill>
                        <a:srgbClr val="4B4748"/>
                      </a:solidFill>
                      <a:prstDash val="solid"/>
                      <a:round/>
                      <a:headEnd type="none" w="med" len="med"/>
                      <a:tailEnd type="none" w="med" len="med"/>
                    </a:lnR>
                    <a:lnT w="12700" cap="flat" cmpd="sng" algn="ctr">
                      <a:solidFill>
                        <a:srgbClr val="534E4F"/>
                      </a:solidFill>
                      <a:prstDash val="solid"/>
                      <a:round/>
                      <a:headEnd type="none" w="med" len="med"/>
                      <a:tailEnd type="none" w="med" len="med"/>
                    </a:lnT>
                    <a:lnB w="12700" cap="flat" cmpd="sng" algn="ctr">
                      <a:solidFill>
                        <a:srgbClr val="4B4748"/>
                      </a:solidFill>
                      <a:prstDash val="solid"/>
                      <a:round/>
                      <a:headEnd type="none" w="med" len="med"/>
                      <a:tailEnd type="none" w="med" len="med"/>
                    </a:lnB>
                    <a:solidFill>
                      <a:srgbClr val="1A1517"/>
                    </a:solidFill>
                  </a:tcPr>
                </a:tc>
                <a:tc>
                  <a:txBody>
                    <a:bodyPr/>
                    <a:lstStyle/>
                    <a:p>
                      <a:pPr marL="0" indent="0">
                        <a:lnSpc>
                          <a:spcPts val="1820"/>
                        </a:lnSpc>
                        <a:buNone/>
                      </a:pPr>
                      <a:r>
                        <a:rPr lang="en-US" sz="1300" dirty="0">
                          <a:solidFill>
                            <a:srgbClr val="F5F1EE"/>
                          </a:solidFill>
                          <a:latin typeface="Rubik" pitchFamily="34" charset="0"/>
                          <a:ea typeface="Rubik" pitchFamily="34" charset="-122"/>
                          <a:cs typeface="Rubik" pitchFamily="34" charset="-120"/>
                        </a:rPr>
                        <a:t>Verify at install</a:t>
                      </a:r>
                      <a:endParaRPr lang="en-US" sz="1300" dirty="0">
                        <a:latin typeface="Rubik" charset="0"/>
                        <a:ea typeface="Rubik" charset="0"/>
                        <a:cs typeface="Rubik" charset="0"/>
                      </a:endParaRPr>
                    </a:p>
                  </a:txBody>
                  <a:tcPr marL="57785" marR="57785" marT="57785" marB="57785">
                    <a:lnL w="12700" cap="flat" cmpd="sng" algn="ctr">
                      <a:solidFill>
                        <a:srgbClr val="4B4748"/>
                      </a:solidFill>
                      <a:prstDash val="solid"/>
                      <a:round/>
                      <a:headEnd type="none" w="med" len="med"/>
                      <a:tailEnd type="none" w="med" len="med"/>
                    </a:lnL>
                    <a:lnR w="12700" cap="flat" cmpd="sng" algn="ctr">
                      <a:solidFill>
                        <a:srgbClr val="4B4748"/>
                      </a:solidFill>
                      <a:prstDash val="solid"/>
                      <a:round/>
                      <a:headEnd type="none" w="med" len="med"/>
                      <a:tailEnd type="none" w="med" len="med"/>
                    </a:lnR>
                    <a:lnT w="12700" cap="flat" cmpd="sng" algn="ctr">
                      <a:solidFill>
                        <a:srgbClr val="534E4F"/>
                      </a:solidFill>
                      <a:prstDash val="solid"/>
                      <a:round/>
                      <a:headEnd type="none" w="med" len="med"/>
                      <a:tailEnd type="none" w="med" len="med"/>
                    </a:lnT>
                    <a:lnB w="12700" cap="flat" cmpd="sng" algn="ctr">
                      <a:solidFill>
                        <a:srgbClr val="4B4748"/>
                      </a:solidFill>
                      <a:prstDash val="solid"/>
                      <a:round/>
                      <a:headEnd type="none" w="med" len="med"/>
                      <a:tailEnd type="none" w="med" len="med"/>
                    </a:lnB>
                    <a:solidFill>
                      <a:srgbClr val="1A1517"/>
                    </a:solidFill>
                  </a:tcPr>
                </a:tc>
                <a:extLst>
                  <a:ext uri="{0D108BD9-81ED-4DB2-BD59-A6C34878D82A}">
                    <a16:rowId xmlns:a16="http://schemas.microsoft.com/office/drawing/2014/main" val="10002"/>
                  </a:ext>
                </a:extLst>
              </a:tr>
              <a:tr h="359321">
                <a:tc>
                  <a:txBody>
                    <a:bodyPr/>
                    <a:lstStyle/>
                    <a:p>
                      <a:pPr marL="0" indent="0">
                        <a:lnSpc>
                          <a:spcPts val="1820"/>
                        </a:lnSpc>
                        <a:buNone/>
                      </a:pPr>
                      <a:r>
                        <a:rPr lang="en-US" sz="1300" dirty="0">
                          <a:solidFill>
                            <a:srgbClr val="F5F1EE"/>
                          </a:solidFill>
                          <a:latin typeface="Rubik" pitchFamily="34" charset="0"/>
                          <a:ea typeface="Rubik" pitchFamily="34" charset="-122"/>
                          <a:cs typeface="Rubik" pitchFamily="34" charset="-120"/>
                        </a:rPr>
                        <a:t>Shock (SOW)</a:t>
                      </a:r>
                      <a:endParaRPr lang="en-US" sz="1300" dirty="0">
                        <a:latin typeface="Rubik" charset="0"/>
                        <a:ea typeface="Rubik" charset="0"/>
                        <a:cs typeface="Rubik" charset="0"/>
                      </a:endParaRPr>
                    </a:p>
                  </a:txBody>
                  <a:tcPr marL="57785" marR="57785" marT="57785" marB="57785">
                    <a:lnL w="12700" cap="flat" cmpd="sng" algn="ctr">
                      <a:solidFill>
                        <a:srgbClr val="454344"/>
                      </a:solidFill>
                      <a:prstDash val="solid"/>
                      <a:round/>
                      <a:headEnd type="none" w="med" len="med"/>
                      <a:tailEnd type="none" w="med" len="med"/>
                    </a:lnL>
                    <a:lnR w="12700" cap="flat" cmpd="sng" algn="ctr">
                      <a:solidFill>
                        <a:srgbClr val="534E4F"/>
                      </a:solidFill>
                      <a:prstDash val="solid"/>
                      <a:round/>
                      <a:headEnd type="none" w="med" len="med"/>
                      <a:tailEnd type="none" w="med" len="med"/>
                    </a:lnR>
                    <a:lnT w="12700" cap="flat" cmpd="sng" algn="ctr">
                      <a:solidFill>
                        <a:srgbClr val="4B4748"/>
                      </a:solidFill>
                      <a:prstDash val="solid"/>
                      <a:round/>
                      <a:headEnd type="none" w="med" len="med"/>
                      <a:tailEnd type="none" w="med" len="med"/>
                    </a:lnT>
                    <a:lnB w="12700" cap="flat" cmpd="sng" algn="ctr">
                      <a:solidFill>
                        <a:srgbClr val="534E4F"/>
                      </a:solidFill>
                      <a:prstDash val="solid"/>
                      <a:round/>
                      <a:headEnd type="none" w="med" len="med"/>
                      <a:tailEnd type="none" w="med" len="med"/>
                    </a:lnB>
                    <a:solidFill>
                      <a:srgbClr val="241E20"/>
                    </a:solidFill>
                  </a:tcPr>
                </a:tc>
                <a:tc>
                  <a:txBody>
                    <a:bodyPr/>
                    <a:lstStyle/>
                    <a:p>
                      <a:pPr marL="0" indent="0">
                        <a:lnSpc>
                          <a:spcPts val="1820"/>
                        </a:lnSpc>
                        <a:buNone/>
                      </a:pPr>
                      <a:r>
                        <a:rPr lang="en-US" sz="1300" dirty="0">
                          <a:solidFill>
                            <a:srgbClr val="F5F1EE"/>
                          </a:solidFill>
                          <a:latin typeface="Rubik" pitchFamily="34" charset="0"/>
                          <a:ea typeface="Rubik" pitchFamily="34" charset="-122"/>
                          <a:cs typeface="Rubik" pitchFamily="34" charset="-120"/>
                        </a:rPr>
                        <a:t>15 g / 10 g</a:t>
                      </a:r>
                      <a:endParaRPr lang="en-US" sz="1300" dirty="0">
                        <a:latin typeface="Rubik" charset="0"/>
                        <a:ea typeface="Rubik" charset="0"/>
                        <a:cs typeface="Rubik" charset="0"/>
                      </a:endParaRPr>
                    </a:p>
                  </a:txBody>
                  <a:tcPr marL="57785" marR="57785" marT="57785" marB="57785">
                    <a:lnL w="12700" cap="flat" cmpd="sng" algn="ctr">
                      <a:solidFill>
                        <a:srgbClr val="534E4F"/>
                      </a:solidFill>
                      <a:prstDash val="solid"/>
                      <a:round/>
                      <a:headEnd type="none" w="med" len="med"/>
                      <a:tailEnd type="none" w="med" len="med"/>
                    </a:lnL>
                    <a:lnR w="12700" cap="flat" cmpd="sng" algn="ctr">
                      <a:solidFill>
                        <a:srgbClr val="534E4F"/>
                      </a:solidFill>
                      <a:prstDash val="solid"/>
                      <a:round/>
                      <a:headEnd type="none" w="med" len="med"/>
                      <a:tailEnd type="none" w="med" len="med"/>
                    </a:lnR>
                    <a:lnT w="12700" cap="flat" cmpd="sng" algn="ctr">
                      <a:solidFill>
                        <a:srgbClr val="4B4748"/>
                      </a:solidFill>
                      <a:prstDash val="solid"/>
                      <a:round/>
                      <a:headEnd type="none" w="med" len="med"/>
                      <a:tailEnd type="none" w="med" len="med"/>
                    </a:lnT>
                    <a:lnB w="12700" cap="flat" cmpd="sng" algn="ctr">
                      <a:solidFill>
                        <a:srgbClr val="534E4F"/>
                      </a:solidFill>
                      <a:prstDash val="solid"/>
                      <a:round/>
                      <a:headEnd type="none" w="med" len="med"/>
                      <a:tailEnd type="none" w="med" len="med"/>
                    </a:lnB>
                    <a:solidFill>
                      <a:srgbClr val="241E20"/>
                    </a:solidFill>
                  </a:tcPr>
                </a:tc>
                <a:tc>
                  <a:txBody>
                    <a:bodyPr/>
                    <a:lstStyle/>
                    <a:p>
                      <a:pPr marL="0" indent="0">
                        <a:lnSpc>
                          <a:spcPts val="1820"/>
                        </a:lnSpc>
                        <a:buNone/>
                      </a:pPr>
                      <a:r>
                        <a:rPr lang="en-US" sz="1300" dirty="0">
                          <a:solidFill>
                            <a:srgbClr val="F5F1EE"/>
                          </a:solidFill>
                          <a:latin typeface="Rubik" pitchFamily="34" charset="0"/>
                          <a:ea typeface="Rubik" pitchFamily="34" charset="-122"/>
                          <a:cs typeface="Rubik" pitchFamily="34" charset="-120"/>
                        </a:rPr>
                        <a:t>Not published by maker</a:t>
                      </a:r>
                      <a:endParaRPr lang="en-US" sz="1300" dirty="0">
                        <a:latin typeface="Rubik" charset="0"/>
                        <a:ea typeface="Rubik" charset="0"/>
                        <a:cs typeface="Rubik" charset="0"/>
                      </a:endParaRPr>
                    </a:p>
                  </a:txBody>
                  <a:tcPr marL="57785" marR="57785" marT="57785" marB="57785">
                    <a:lnL w="12700" cap="flat" cmpd="sng" algn="ctr">
                      <a:solidFill>
                        <a:srgbClr val="534E4F"/>
                      </a:solidFill>
                      <a:prstDash val="solid"/>
                      <a:round/>
                      <a:headEnd type="none" w="med" len="med"/>
                      <a:tailEnd type="none" w="med" len="med"/>
                    </a:lnL>
                    <a:lnR w="12700" cap="flat" cmpd="sng" algn="ctr">
                      <a:solidFill>
                        <a:srgbClr val="534E4F"/>
                      </a:solidFill>
                      <a:prstDash val="solid"/>
                      <a:round/>
                      <a:headEnd type="none" w="med" len="med"/>
                      <a:tailEnd type="none" w="med" len="med"/>
                    </a:lnR>
                    <a:lnT w="12700" cap="flat" cmpd="sng" algn="ctr">
                      <a:solidFill>
                        <a:srgbClr val="4B4748"/>
                      </a:solidFill>
                      <a:prstDash val="solid"/>
                      <a:round/>
                      <a:headEnd type="none" w="med" len="med"/>
                      <a:tailEnd type="none" w="med" len="med"/>
                    </a:lnT>
                    <a:lnB w="12700" cap="flat" cmpd="sng" algn="ctr">
                      <a:solidFill>
                        <a:srgbClr val="534E4F"/>
                      </a:solidFill>
                      <a:prstDash val="solid"/>
                      <a:round/>
                      <a:headEnd type="none" w="med" len="med"/>
                      <a:tailEnd type="none" w="med" len="med"/>
                    </a:lnB>
                    <a:solidFill>
                      <a:srgbClr val="241E20"/>
                    </a:solidFill>
                  </a:tcPr>
                </a:tc>
                <a:tc>
                  <a:txBody>
                    <a:bodyPr/>
                    <a:lstStyle/>
                    <a:p>
                      <a:pPr marL="0" indent="0">
                        <a:lnSpc>
                          <a:spcPts val="1820"/>
                        </a:lnSpc>
                        <a:buNone/>
                      </a:pPr>
                      <a:r>
                        <a:rPr lang="en-US" sz="1300" dirty="0">
                          <a:solidFill>
                            <a:srgbClr val="FF4D5A"/>
                          </a:solidFill>
                          <a:latin typeface="Rubik" pitchFamily="34" charset="0"/>
                          <a:ea typeface="Rubik" pitchFamily="34" charset="-122"/>
                          <a:cs typeface="Rubik" pitchFamily="34" charset="-120"/>
                        </a:rPr>
                        <a:t>Open: mount + shake test</a:t>
                      </a:r>
                      <a:endParaRPr lang="en-US" sz="1300" dirty="0">
                        <a:latin typeface="Rubik" charset="0"/>
                        <a:ea typeface="Rubik" charset="0"/>
                        <a:cs typeface="Rubik" charset="0"/>
                      </a:endParaRPr>
                    </a:p>
                  </a:txBody>
                  <a:tcPr marL="57785" marR="57785" marT="57785" marB="57785">
                    <a:lnL w="12700" cap="flat" cmpd="sng" algn="ctr">
                      <a:solidFill>
                        <a:srgbClr val="534E4F"/>
                      </a:solidFill>
                      <a:prstDash val="solid"/>
                      <a:round/>
                      <a:headEnd type="none" w="med" len="med"/>
                      <a:tailEnd type="none" w="med" len="med"/>
                    </a:lnL>
                    <a:lnR w="12700" cap="flat" cmpd="sng" algn="ctr">
                      <a:solidFill>
                        <a:srgbClr val="534E4F"/>
                      </a:solidFill>
                      <a:prstDash val="solid"/>
                      <a:round/>
                      <a:headEnd type="none" w="med" len="med"/>
                      <a:tailEnd type="none" w="med" len="med"/>
                    </a:lnR>
                    <a:lnT w="12700" cap="flat" cmpd="sng" algn="ctr">
                      <a:solidFill>
                        <a:srgbClr val="4B4748"/>
                      </a:solidFill>
                      <a:prstDash val="solid"/>
                      <a:round/>
                      <a:headEnd type="none" w="med" len="med"/>
                      <a:tailEnd type="none" w="med" len="med"/>
                    </a:lnT>
                    <a:lnB w="12700" cap="flat" cmpd="sng" algn="ctr">
                      <a:solidFill>
                        <a:srgbClr val="534E4F"/>
                      </a:solidFill>
                      <a:prstDash val="solid"/>
                      <a:round/>
                      <a:headEnd type="none" w="med" len="med"/>
                      <a:tailEnd type="none" w="med" len="med"/>
                    </a:lnB>
                    <a:solidFill>
                      <a:srgbClr val="241E20"/>
                    </a:solidFill>
                  </a:tcPr>
                </a:tc>
                <a:extLst>
                  <a:ext uri="{0D108BD9-81ED-4DB2-BD59-A6C34878D82A}">
                    <a16:rowId xmlns:a16="http://schemas.microsoft.com/office/drawing/2014/main" val="10003"/>
                  </a:ext>
                </a:extLst>
              </a:tr>
              <a:tr h="359321">
                <a:tc>
                  <a:txBody>
                    <a:bodyPr/>
                    <a:lstStyle/>
                    <a:p>
                      <a:pPr marL="0" indent="0">
                        <a:lnSpc>
                          <a:spcPts val="1820"/>
                        </a:lnSpc>
                        <a:buNone/>
                      </a:pPr>
                      <a:r>
                        <a:rPr lang="en-US" sz="1300" dirty="0">
                          <a:solidFill>
                            <a:srgbClr val="F5F1EE"/>
                          </a:solidFill>
                          <a:latin typeface="Rubik" pitchFamily="34" charset="0"/>
                          <a:ea typeface="Rubik" pitchFamily="34" charset="-122"/>
                          <a:cs typeface="Rubik" pitchFamily="34" charset="-120"/>
                        </a:rPr>
                        <a:t>Run time per event (VoC)</a:t>
                      </a:r>
                      <a:endParaRPr lang="en-US" sz="1300" dirty="0">
                        <a:latin typeface="Rubik" charset="0"/>
                        <a:ea typeface="Rubik" charset="0"/>
                        <a:cs typeface="Rubik" charset="0"/>
                      </a:endParaRPr>
                    </a:p>
                  </a:txBody>
                  <a:tcPr marL="57785" marR="57785" marT="57785" marB="57785">
                    <a:lnL w="12700" cap="flat" cmpd="sng" algn="ctr">
                      <a:solidFill>
                        <a:srgbClr val="454344"/>
                      </a:solidFill>
                      <a:prstDash val="solid"/>
                      <a:round/>
                      <a:headEnd type="none" w="med" len="med"/>
                      <a:tailEnd type="none" w="med" len="med"/>
                    </a:lnL>
                    <a:lnR w="12700" cap="flat" cmpd="sng" algn="ctr">
                      <a:solidFill>
                        <a:srgbClr val="4B4748"/>
                      </a:solidFill>
                      <a:prstDash val="solid"/>
                      <a:round/>
                      <a:headEnd type="none" w="med" len="med"/>
                      <a:tailEnd type="none" w="med" len="med"/>
                    </a:lnR>
                    <a:lnT w="12700" cap="flat" cmpd="sng" algn="ctr">
                      <a:solidFill>
                        <a:srgbClr val="534E4F"/>
                      </a:solidFill>
                      <a:prstDash val="solid"/>
                      <a:round/>
                      <a:headEnd type="none" w="med" len="med"/>
                      <a:tailEnd type="none" w="med" len="med"/>
                    </a:lnT>
                    <a:lnB w="12700" cap="flat" cmpd="sng" algn="ctr">
                      <a:solidFill>
                        <a:srgbClr val="4B4748"/>
                      </a:solidFill>
                      <a:prstDash val="solid"/>
                      <a:round/>
                      <a:headEnd type="none" w="med" len="med"/>
                      <a:tailEnd type="none" w="med" len="med"/>
                    </a:lnB>
                    <a:solidFill>
                      <a:srgbClr val="1A1517"/>
                    </a:solidFill>
                  </a:tcPr>
                </a:tc>
                <a:tc>
                  <a:txBody>
                    <a:bodyPr/>
                    <a:lstStyle/>
                    <a:p>
                      <a:pPr marL="0" indent="0">
                        <a:lnSpc>
                          <a:spcPts val="1820"/>
                        </a:lnSpc>
                        <a:buNone/>
                      </a:pPr>
                      <a:r>
                        <a:rPr lang="en-US" sz="1300" dirty="0">
                          <a:solidFill>
                            <a:srgbClr val="F5F1EE"/>
                          </a:solidFill>
                          <a:latin typeface="Rubik" pitchFamily="34" charset="0"/>
                          <a:ea typeface="Rubik" pitchFamily="34" charset="-122"/>
                          <a:cs typeface="Rubik" pitchFamily="34" charset="-120"/>
                        </a:rPr>
                        <a:t>≈ 20 hr</a:t>
                      </a:r>
                      <a:endParaRPr lang="en-US" sz="1300" dirty="0">
                        <a:latin typeface="Rubik" charset="0"/>
                        <a:ea typeface="Rubik" charset="0"/>
                        <a:cs typeface="Rubik" charset="0"/>
                      </a:endParaRPr>
                    </a:p>
                  </a:txBody>
                  <a:tcPr marL="57785" marR="57785" marT="57785" marB="57785">
                    <a:lnL w="12700" cap="flat" cmpd="sng" algn="ctr">
                      <a:solidFill>
                        <a:srgbClr val="4B4748"/>
                      </a:solidFill>
                      <a:prstDash val="solid"/>
                      <a:round/>
                      <a:headEnd type="none" w="med" len="med"/>
                      <a:tailEnd type="none" w="med" len="med"/>
                    </a:lnL>
                    <a:lnR w="12700" cap="flat" cmpd="sng" algn="ctr">
                      <a:solidFill>
                        <a:srgbClr val="4B4748"/>
                      </a:solidFill>
                      <a:prstDash val="solid"/>
                      <a:round/>
                      <a:headEnd type="none" w="med" len="med"/>
                      <a:tailEnd type="none" w="med" len="med"/>
                    </a:lnR>
                    <a:lnT w="12700" cap="flat" cmpd="sng" algn="ctr">
                      <a:solidFill>
                        <a:srgbClr val="534E4F"/>
                      </a:solidFill>
                      <a:prstDash val="solid"/>
                      <a:round/>
                      <a:headEnd type="none" w="med" len="med"/>
                      <a:tailEnd type="none" w="med" len="med"/>
                    </a:lnT>
                    <a:lnB w="12700" cap="flat" cmpd="sng" algn="ctr">
                      <a:solidFill>
                        <a:srgbClr val="4B4748"/>
                      </a:solidFill>
                      <a:prstDash val="solid"/>
                      <a:round/>
                      <a:headEnd type="none" w="med" len="med"/>
                      <a:tailEnd type="none" w="med" len="med"/>
                    </a:lnB>
                    <a:solidFill>
                      <a:srgbClr val="1A1517"/>
                    </a:solidFill>
                  </a:tcPr>
                </a:tc>
                <a:tc>
                  <a:txBody>
                    <a:bodyPr/>
                    <a:lstStyle/>
                    <a:p>
                      <a:pPr marL="0" indent="0">
                        <a:lnSpc>
                          <a:spcPts val="1820"/>
                        </a:lnSpc>
                        <a:buNone/>
                      </a:pPr>
                      <a:r>
                        <a:rPr lang="en-US" sz="1300" dirty="0">
                          <a:solidFill>
                            <a:srgbClr val="F5F1EE"/>
                          </a:solidFill>
                          <a:latin typeface="Rubik" pitchFamily="34" charset="0"/>
                          <a:ea typeface="Rubik" pitchFamily="34" charset="-122"/>
                          <a:cs typeface="Rubik" pitchFamily="34" charset="-120"/>
                        </a:rPr>
                        <a:t>18 hr battery + spare radio</a:t>
                      </a:r>
                      <a:endParaRPr lang="en-US" sz="1300" dirty="0">
                        <a:latin typeface="Rubik" charset="0"/>
                        <a:ea typeface="Rubik" charset="0"/>
                        <a:cs typeface="Rubik" charset="0"/>
                      </a:endParaRPr>
                    </a:p>
                  </a:txBody>
                  <a:tcPr marL="57785" marR="57785" marT="57785" marB="57785">
                    <a:lnL w="12700" cap="flat" cmpd="sng" algn="ctr">
                      <a:solidFill>
                        <a:srgbClr val="4B4748"/>
                      </a:solidFill>
                      <a:prstDash val="solid"/>
                      <a:round/>
                      <a:headEnd type="none" w="med" len="med"/>
                      <a:tailEnd type="none" w="med" len="med"/>
                    </a:lnL>
                    <a:lnR w="12700" cap="flat" cmpd="sng" algn="ctr">
                      <a:solidFill>
                        <a:srgbClr val="4B4748"/>
                      </a:solidFill>
                      <a:prstDash val="solid"/>
                      <a:round/>
                      <a:headEnd type="none" w="med" len="med"/>
                      <a:tailEnd type="none" w="med" len="med"/>
                    </a:lnR>
                    <a:lnT w="12700" cap="flat" cmpd="sng" algn="ctr">
                      <a:solidFill>
                        <a:srgbClr val="534E4F"/>
                      </a:solidFill>
                      <a:prstDash val="solid"/>
                      <a:round/>
                      <a:headEnd type="none" w="med" len="med"/>
                      <a:tailEnd type="none" w="med" len="med"/>
                    </a:lnT>
                    <a:lnB w="12700" cap="flat" cmpd="sng" algn="ctr">
                      <a:solidFill>
                        <a:srgbClr val="4B4748"/>
                      </a:solidFill>
                      <a:prstDash val="solid"/>
                      <a:round/>
                      <a:headEnd type="none" w="med" len="med"/>
                      <a:tailEnd type="none" w="med" len="med"/>
                    </a:lnB>
                    <a:solidFill>
                      <a:srgbClr val="1A1517"/>
                    </a:solidFill>
                  </a:tcPr>
                </a:tc>
                <a:tc>
                  <a:txBody>
                    <a:bodyPr/>
                    <a:lstStyle/>
                    <a:p>
                      <a:pPr marL="0" indent="0">
                        <a:lnSpc>
                          <a:spcPts val="1820"/>
                        </a:lnSpc>
                        <a:buNone/>
                      </a:pPr>
                      <a:r>
                        <a:rPr lang="en-US" sz="1300" dirty="0">
                          <a:solidFill>
                            <a:srgbClr val="F5F1EE"/>
                          </a:solidFill>
                          <a:latin typeface="Rubik" pitchFamily="34" charset="0"/>
                          <a:ea typeface="Rubik" pitchFamily="34" charset="-122"/>
                          <a:cs typeface="Rubik" pitchFamily="34" charset="-120"/>
                        </a:rPr>
                        <a:t>Met with spare</a:t>
                      </a:r>
                      <a:endParaRPr lang="en-US" sz="1300" dirty="0">
                        <a:latin typeface="Rubik" charset="0"/>
                        <a:ea typeface="Rubik" charset="0"/>
                        <a:cs typeface="Rubik" charset="0"/>
                      </a:endParaRPr>
                    </a:p>
                  </a:txBody>
                  <a:tcPr marL="57785" marR="57785" marT="57785" marB="57785">
                    <a:lnL w="12700" cap="flat" cmpd="sng" algn="ctr">
                      <a:solidFill>
                        <a:srgbClr val="4B4748"/>
                      </a:solidFill>
                      <a:prstDash val="solid"/>
                      <a:round/>
                      <a:headEnd type="none" w="med" len="med"/>
                      <a:tailEnd type="none" w="med" len="med"/>
                    </a:lnL>
                    <a:lnR w="12700" cap="flat" cmpd="sng" algn="ctr">
                      <a:solidFill>
                        <a:srgbClr val="4B4748"/>
                      </a:solidFill>
                      <a:prstDash val="solid"/>
                      <a:round/>
                      <a:headEnd type="none" w="med" len="med"/>
                      <a:tailEnd type="none" w="med" len="med"/>
                    </a:lnR>
                    <a:lnT w="12700" cap="flat" cmpd="sng" algn="ctr">
                      <a:solidFill>
                        <a:srgbClr val="534E4F"/>
                      </a:solidFill>
                      <a:prstDash val="solid"/>
                      <a:round/>
                      <a:headEnd type="none" w="med" len="med"/>
                      <a:tailEnd type="none" w="med" len="med"/>
                    </a:lnT>
                    <a:lnB w="12700" cap="flat" cmpd="sng" algn="ctr">
                      <a:solidFill>
                        <a:srgbClr val="4B4748"/>
                      </a:solidFill>
                      <a:prstDash val="solid"/>
                      <a:round/>
                      <a:headEnd type="none" w="med" len="med"/>
                      <a:tailEnd type="none" w="med" len="med"/>
                    </a:lnB>
                    <a:solidFill>
                      <a:srgbClr val="1A1517"/>
                    </a:solidFill>
                  </a:tcPr>
                </a:tc>
                <a:extLst>
                  <a:ext uri="{0D108BD9-81ED-4DB2-BD59-A6C34878D82A}">
                    <a16:rowId xmlns:a16="http://schemas.microsoft.com/office/drawing/2014/main" val="10004"/>
                  </a:ext>
                </a:extLst>
              </a:tr>
              <a:tr h="359321">
                <a:tc>
                  <a:txBody>
                    <a:bodyPr/>
                    <a:lstStyle/>
                    <a:p>
                      <a:pPr marL="0" indent="0">
                        <a:lnSpc>
                          <a:spcPts val="1820"/>
                        </a:lnSpc>
                        <a:buNone/>
                      </a:pPr>
                      <a:r>
                        <a:rPr lang="en-US" sz="1300" dirty="0">
                          <a:solidFill>
                            <a:srgbClr val="F5F1EE"/>
                          </a:solidFill>
                          <a:latin typeface="Rubik" pitchFamily="34" charset="0"/>
                          <a:ea typeface="Rubik" pitchFamily="34" charset="-122"/>
                          <a:cs typeface="Rubik" pitchFamily="34" charset="-120"/>
                        </a:rPr>
                        <a:t>No license (team pref.)</a:t>
                      </a:r>
                      <a:endParaRPr lang="en-US" sz="1300" dirty="0">
                        <a:latin typeface="Rubik" charset="0"/>
                        <a:ea typeface="Rubik" charset="0"/>
                        <a:cs typeface="Rubik" charset="0"/>
                      </a:endParaRPr>
                    </a:p>
                  </a:txBody>
                  <a:tcPr marL="57785" marR="57785" marT="57785" marB="57785">
                    <a:lnL w="12700" cap="flat" cmpd="sng" algn="ctr">
                      <a:solidFill>
                        <a:srgbClr val="454344"/>
                      </a:solidFill>
                      <a:prstDash val="solid"/>
                      <a:round/>
                      <a:headEnd type="none" w="med" len="med"/>
                      <a:tailEnd type="none" w="med" len="med"/>
                    </a:lnL>
                    <a:lnR w="12700" cap="flat" cmpd="sng" algn="ctr">
                      <a:solidFill>
                        <a:srgbClr val="534E4F"/>
                      </a:solidFill>
                      <a:prstDash val="solid"/>
                      <a:round/>
                      <a:headEnd type="none" w="med" len="med"/>
                      <a:tailEnd type="none" w="med" len="med"/>
                    </a:lnR>
                    <a:lnT w="12700" cap="flat" cmpd="sng" algn="ctr">
                      <a:solidFill>
                        <a:srgbClr val="4B4748"/>
                      </a:solidFill>
                      <a:prstDash val="solid"/>
                      <a:round/>
                      <a:headEnd type="none" w="med" len="med"/>
                      <a:tailEnd type="none" w="med" len="med"/>
                    </a:lnT>
                    <a:lnB w="12700" cap="flat" cmpd="sng" algn="ctr">
                      <a:solidFill>
                        <a:srgbClr val="534E4F"/>
                      </a:solidFill>
                      <a:prstDash val="solid"/>
                      <a:round/>
                      <a:headEnd type="none" w="med" len="med"/>
                      <a:tailEnd type="none" w="med" len="med"/>
                    </a:lnB>
                    <a:solidFill>
                      <a:srgbClr val="241E20"/>
                    </a:solidFill>
                  </a:tcPr>
                </a:tc>
                <a:tc>
                  <a:txBody>
                    <a:bodyPr/>
                    <a:lstStyle/>
                    <a:p>
                      <a:pPr marL="0" indent="0">
                        <a:lnSpc>
                          <a:spcPts val="1820"/>
                        </a:lnSpc>
                        <a:buNone/>
                      </a:pPr>
                      <a:r>
                        <a:rPr lang="en-US" sz="1300" dirty="0">
                          <a:solidFill>
                            <a:srgbClr val="F5F1EE"/>
                          </a:solidFill>
                          <a:latin typeface="Rubik" pitchFamily="34" charset="0"/>
                          <a:ea typeface="Rubik" pitchFamily="34" charset="-122"/>
                          <a:cs typeface="Rubik" pitchFamily="34" charset="-120"/>
                        </a:rPr>
                        <a:t>License-free</a:t>
                      </a:r>
                      <a:endParaRPr lang="en-US" sz="1300" dirty="0">
                        <a:latin typeface="Rubik" charset="0"/>
                        <a:ea typeface="Rubik" charset="0"/>
                        <a:cs typeface="Rubik" charset="0"/>
                      </a:endParaRPr>
                    </a:p>
                  </a:txBody>
                  <a:tcPr marL="57785" marR="57785" marT="57785" marB="57785">
                    <a:lnL w="12700" cap="flat" cmpd="sng" algn="ctr">
                      <a:solidFill>
                        <a:srgbClr val="534E4F"/>
                      </a:solidFill>
                      <a:prstDash val="solid"/>
                      <a:round/>
                      <a:headEnd type="none" w="med" len="med"/>
                      <a:tailEnd type="none" w="med" len="med"/>
                    </a:lnL>
                    <a:lnR w="12700" cap="flat" cmpd="sng" algn="ctr">
                      <a:solidFill>
                        <a:srgbClr val="534E4F"/>
                      </a:solidFill>
                      <a:prstDash val="solid"/>
                      <a:round/>
                      <a:headEnd type="none" w="med" len="med"/>
                      <a:tailEnd type="none" w="med" len="med"/>
                    </a:lnR>
                    <a:lnT w="12700" cap="flat" cmpd="sng" algn="ctr">
                      <a:solidFill>
                        <a:srgbClr val="4B4748"/>
                      </a:solidFill>
                      <a:prstDash val="solid"/>
                      <a:round/>
                      <a:headEnd type="none" w="med" len="med"/>
                      <a:tailEnd type="none" w="med" len="med"/>
                    </a:lnT>
                    <a:lnB w="12700" cap="flat" cmpd="sng" algn="ctr">
                      <a:solidFill>
                        <a:srgbClr val="534E4F"/>
                      </a:solidFill>
                      <a:prstDash val="solid"/>
                      <a:round/>
                      <a:headEnd type="none" w="med" len="med"/>
                      <a:tailEnd type="none" w="med" len="med"/>
                    </a:lnB>
                    <a:solidFill>
                      <a:srgbClr val="241E20"/>
                    </a:solidFill>
                  </a:tcPr>
                </a:tc>
                <a:tc>
                  <a:txBody>
                    <a:bodyPr/>
                    <a:lstStyle/>
                    <a:p>
                      <a:pPr marL="0" indent="0">
                        <a:lnSpc>
                          <a:spcPts val="1820"/>
                        </a:lnSpc>
                        <a:buNone/>
                      </a:pPr>
                      <a:r>
                        <a:rPr lang="en-US" sz="1300" dirty="0">
                          <a:solidFill>
                            <a:srgbClr val="F5F1EE"/>
                          </a:solidFill>
                          <a:latin typeface="Rubik" pitchFamily="34" charset="0"/>
                          <a:ea typeface="Rubik" pitchFamily="34" charset="-122"/>
                          <a:cs typeface="Rubik" pitchFamily="34" charset="-120"/>
                        </a:rPr>
                        <a:t>MURS, no FCC license</a:t>
                      </a:r>
                      <a:endParaRPr lang="en-US" sz="1300" dirty="0">
                        <a:latin typeface="Rubik" charset="0"/>
                        <a:ea typeface="Rubik" charset="0"/>
                        <a:cs typeface="Rubik" charset="0"/>
                      </a:endParaRPr>
                    </a:p>
                  </a:txBody>
                  <a:tcPr marL="57785" marR="57785" marT="57785" marB="57785">
                    <a:lnL w="12700" cap="flat" cmpd="sng" algn="ctr">
                      <a:solidFill>
                        <a:srgbClr val="534E4F"/>
                      </a:solidFill>
                      <a:prstDash val="solid"/>
                      <a:round/>
                      <a:headEnd type="none" w="med" len="med"/>
                      <a:tailEnd type="none" w="med" len="med"/>
                    </a:lnL>
                    <a:lnR w="12700" cap="flat" cmpd="sng" algn="ctr">
                      <a:solidFill>
                        <a:srgbClr val="534E4F"/>
                      </a:solidFill>
                      <a:prstDash val="solid"/>
                      <a:round/>
                      <a:headEnd type="none" w="med" len="med"/>
                      <a:tailEnd type="none" w="med" len="med"/>
                    </a:lnR>
                    <a:lnT w="12700" cap="flat" cmpd="sng" algn="ctr">
                      <a:solidFill>
                        <a:srgbClr val="4B4748"/>
                      </a:solidFill>
                      <a:prstDash val="solid"/>
                      <a:round/>
                      <a:headEnd type="none" w="med" len="med"/>
                      <a:tailEnd type="none" w="med" len="med"/>
                    </a:lnT>
                    <a:lnB w="12700" cap="flat" cmpd="sng" algn="ctr">
                      <a:solidFill>
                        <a:srgbClr val="534E4F"/>
                      </a:solidFill>
                      <a:prstDash val="solid"/>
                      <a:round/>
                      <a:headEnd type="none" w="med" len="med"/>
                      <a:tailEnd type="none" w="med" len="med"/>
                    </a:lnB>
                    <a:solidFill>
                      <a:srgbClr val="241E20"/>
                    </a:solidFill>
                  </a:tcPr>
                </a:tc>
                <a:tc>
                  <a:txBody>
                    <a:bodyPr/>
                    <a:lstStyle/>
                    <a:p>
                      <a:pPr marL="0" indent="0">
                        <a:lnSpc>
                          <a:spcPts val="1820"/>
                        </a:lnSpc>
                        <a:buNone/>
                      </a:pPr>
                      <a:r>
                        <a:rPr lang="en-US" sz="1300" dirty="0">
                          <a:solidFill>
                            <a:srgbClr val="F5F1EE"/>
                          </a:solidFill>
                          <a:latin typeface="Rubik" pitchFamily="34" charset="0"/>
                          <a:ea typeface="Rubik" pitchFamily="34" charset="-122"/>
                          <a:cs typeface="Rubik" pitchFamily="34" charset="-120"/>
                        </a:rPr>
                        <a:t>Met</a:t>
                      </a:r>
                      <a:endParaRPr lang="en-US" sz="1300" dirty="0">
                        <a:latin typeface="Rubik" charset="0"/>
                        <a:ea typeface="Rubik" charset="0"/>
                        <a:cs typeface="Rubik" charset="0"/>
                      </a:endParaRPr>
                    </a:p>
                  </a:txBody>
                  <a:tcPr marL="57785" marR="57785" marT="57785" marB="57785">
                    <a:lnL w="12700" cap="flat" cmpd="sng" algn="ctr">
                      <a:solidFill>
                        <a:srgbClr val="534E4F"/>
                      </a:solidFill>
                      <a:prstDash val="solid"/>
                      <a:round/>
                      <a:headEnd type="none" w="med" len="med"/>
                      <a:tailEnd type="none" w="med" len="med"/>
                    </a:lnL>
                    <a:lnR w="12700" cap="flat" cmpd="sng" algn="ctr">
                      <a:solidFill>
                        <a:srgbClr val="534E4F"/>
                      </a:solidFill>
                      <a:prstDash val="solid"/>
                      <a:round/>
                      <a:headEnd type="none" w="med" len="med"/>
                      <a:tailEnd type="none" w="med" len="med"/>
                    </a:lnR>
                    <a:lnT w="12700" cap="flat" cmpd="sng" algn="ctr">
                      <a:solidFill>
                        <a:srgbClr val="4B4748"/>
                      </a:solidFill>
                      <a:prstDash val="solid"/>
                      <a:round/>
                      <a:headEnd type="none" w="med" len="med"/>
                      <a:tailEnd type="none" w="med" len="med"/>
                    </a:lnT>
                    <a:lnB w="12700" cap="flat" cmpd="sng" algn="ctr">
                      <a:solidFill>
                        <a:srgbClr val="534E4F"/>
                      </a:solidFill>
                      <a:prstDash val="solid"/>
                      <a:round/>
                      <a:headEnd type="none" w="med" len="med"/>
                      <a:tailEnd type="none" w="med" len="med"/>
                    </a:lnB>
                    <a:solidFill>
                      <a:srgbClr val="241E20"/>
                    </a:solidFill>
                  </a:tcPr>
                </a:tc>
                <a:extLst>
                  <a:ext uri="{0D108BD9-81ED-4DB2-BD59-A6C34878D82A}">
                    <a16:rowId xmlns:a16="http://schemas.microsoft.com/office/drawing/2014/main" val="10005"/>
                  </a:ext>
                </a:extLst>
              </a:tr>
              <a:tr h="359321">
                <a:tc>
                  <a:txBody>
                    <a:bodyPr/>
                    <a:lstStyle/>
                    <a:p>
                      <a:pPr marL="0" indent="0">
                        <a:lnSpc>
                          <a:spcPts val="1820"/>
                        </a:lnSpc>
                        <a:buNone/>
                      </a:pPr>
                      <a:r>
                        <a:rPr lang="en-US" sz="1300" dirty="0">
                          <a:solidFill>
                            <a:srgbClr val="F5F1EE"/>
                          </a:solidFill>
                          <a:latin typeface="Rubik" pitchFamily="34" charset="0"/>
                          <a:ea typeface="Rubik" pitchFamily="34" charset="-122"/>
                          <a:cs typeface="Rubik" pitchFamily="34" charset="-120"/>
                        </a:rPr>
                        <a:t>2027 rules</a:t>
                      </a:r>
                      <a:endParaRPr lang="en-US" sz="1300" dirty="0">
                        <a:latin typeface="Rubik" charset="0"/>
                        <a:ea typeface="Rubik" charset="0"/>
                        <a:cs typeface="Rubik" charset="0"/>
                      </a:endParaRPr>
                    </a:p>
                  </a:txBody>
                  <a:tcPr marL="57785" marR="57785" marT="57785" marB="57785">
                    <a:lnL w="12700" cap="flat" cmpd="sng" algn="ctr">
                      <a:solidFill>
                        <a:srgbClr val="454344"/>
                      </a:solidFill>
                      <a:prstDash val="solid"/>
                      <a:round/>
                      <a:headEnd type="none" w="med" len="med"/>
                      <a:tailEnd type="none" w="med" len="med"/>
                    </a:lnL>
                    <a:lnR w="12700" cap="flat" cmpd="sng" algn="ctr">
                      <a:solidFill>
                        <a:srgbClr val="4B4748"/>
                      </a:solidFill>
                      <a:prstDash val="solid"/>
                      <a:round/>
                      <a:headEnd type="none" w="med" len="med"/>
                      <a:tailEnd type="none" w="med" len="med"/>
                    </a:lnR>
                    <a:lnT w="12700" cap="flat" cmpd="sng" algn="ctr">
                      <a:solidFill>
                        <a:srgbClr val="534E4F"/>
                      </a:solidFill>
                      <a:prstDash val="solid"/>
                      <a:round/>
                      <a:headEnd type="none" w="med" len="med"/>
                      <a:tailEnd type="none" w="med" len="med"/>
                    </a:lnT>
                    <a:lnB w="12700" cap="flat" cmpd="sng" algn="ctr">
                      <a:solidFill>
                        <a:srgbClr val="4B4748"/>
                      </a:solidFill>
                      <a:prstDash val="solid"/>
                      <a:round/>
                      <a:headEnd type="none" w="med" len="med"/>
                      <a:tailEnd type="none" w="med" len="med"/>
                    </a:lnB>
                    <a:solidFill>
                      <a:srgbClr val="1A1517"/>
                    </a:solidFill>
                  </a:tcPr>
                </a:tc>
                <a:tc>
                  <a:txBody>
                    <a:bodyPr/>
                    <a:lstStyle/>
                    <a:p>
                      <a:pPr marL="0" indent="0">
                        <a:lnSpc>
                          <a:spcPts val="1820"/>
                        </a:lnSpc>
                        <a:buNone/>
                      </a:pPr>
                      <a:r>
                        <a:rPr lang="en-US" sz="1300" dirty="0">
                          <a:solidFill>
                            <a:srgbClr val="F5F1EE"/>
                          </a:solidFill>
                          <a:latin typeface="Rubik" pitchFamily="34" charset="0"/>
                          <a:ea typeface="Rubik" pitchFamily="34" charset="-122"/>
                          <a:cs typeface="Rubik" pitchFamily="34" charset="-120"/>
                        </a:rPr>
                        <a:t>Comply</a:t>
                      </a:r>
                      <a:endParaRPr lang="en-US" sz="1300" dirty="0">
                        <a:latin typeface="Rubik" charset="0"/>
                        <a:ea typeface="Rubik" charset="0"/>
                        <a:cs typeface="Rubik" charset="0"/>
                      </a:endParaRPr>
                    </a:p>
                  </a:txBody>
                  <a:tcPr marL="57785" marR="57785" marT="57785" marB="57785">
                    <a:lnL w="12700" cap="flat" cmpd="sng" algn="ctr">
                      <a:solidFill>
                        <a:srgbClr val="4B4748"/>
                      </a:solidFill>
                      <a:prstDash val="solid"/>
                      <a:round/>
                      <a:headEnd type="none" w="med" len="med"/>
                      <a:tailEnd type="none" w="med" len="med"/>
                    </a:lnL>
                    <a:lnR w="12700" cap="flat" cmpd="sng" algn="ctr">
                      <a:solidFill>
                        <a:srgbClr val="4B4748"/>
                      </a:solidFill>
                      <a:prstDash val="solid"/>
                      <a:round/>
                      <a:headEnd type="none" w="med" len="med"/>
                      <a:tailEnd type="none" w="med" len="med"/>
                    </a:lnR>
                    <a:lnT w="12700" cap="flat" cmpd="sng" algn="ctr">
                      <a:solidFill>
                        <a:srgbClr val="534E4F"/>
                      </a:solidFill>
                      <a:prstDash val="solid"/>
                      <a:round/>
                      <a:headEnd type="none" w="med" len="med"/>
                      <a:tailEnd type="none" w="med" len="med"/>
                    </a:lnT>
                    <a:lnB w="12700" cap="flat" cmpd="sng" algn="ctr">
                      <a:solidFill>
                        <a:srgbClr val="4B4748"/>
                      </a:solidFill>
                      <a:prstDash val="solid"/>
                      <a:round/>
                      <a:headEnd type="none" w="med" len="med"/>
                      <a:tailEnd type="none" w="med" len="med"/>
                    </a:lnB>
                    <a:solidFill>
                      <a:srgbClr val="1A1517"/>
                    </a:solidFill>
                  </a:tcPr>
                </a:tc>
                <a:tc>
                  <a:txBody>
                    <a:bodyPr/>
                    <a:lstStyle/>
                    <a:p>
                      <a:pPr marL="0" indent="0">
                        <a:lnSpc>
                          <a:spcPts val="1820"/>
                        </a:lnSpc>
                        <a:buNone/>
                      </a:pPr>
                      <a:r>
                        <a:rPr lang="en-US" sz="1300" dirty="0">
                          <a:solidFill>
                            <a:srgbClr val="F5F1EE"/>
                          </a:solidFill>
                          <a:latin typeface="Rubik" pitchFamily="34" charset="0"/>
                          <a:ea typeface="Rubik" pitchFamily="34" charset="-122"/>
                          <a:cs typeface="Rubik" pitchFamily="34" charset="-120"/>
                        </a:rPr>
                        <a:t>Helmet padding; unplug to refuel</a:t>
                      </a:r>
                      <a:endParaRPr lang="en-US" sz="1300" dirty="0">
                        <a:latin typeface="Rubik" charset="0"/>
                        <a:ea typeface="Rubik" charset="0"/>
                        <a:cs typeface="Rubik" charset="0"/>
                      </a:endParaRPr>
                    </a:p>
                  </a:txBody>
                  <a:tcPr marL="57785" marR="57785" marT="57785" marB="57785">
                    <a:lnL w="12700" cap="flat" cmpd="sng" algn="ctr">
                      <a:solidFill>
                        <a:srgbClr val="4B4748"/>
                      </a:solidFill>
                      <a:prstDash val="solid"/>
                      <a:round/>
                      <a:headEnd type="none" w="med" len="med"/>
                      <a:tailEnd type="none" w="med" len="med"/>
                    </a:lnL>
                    <a:lnR w="12700" cap="flat" cmpd="sng" algn="ctr">
                      <a:solidFill>
                        <a:srgbClr val="4B4748"/>
                      </a:solidFill>
                      <a:prstDash val="solid"/>
                      <a:round/>
                      <a:headEnd type="none" w="med" len="med"/>
                      <a:tailEnd type="none" w="med" len="med"/>
                    </a:lnR>
                    <a:lnT w="12700" cap="flat" cmpd="sng" algn="ctr">
                      <a:solidFill>
                        <a:srgbClr val="534E4F"/>
                      </a:solidFill>
                      <a:prstDash val="solid"/>
                      <a:round/>
                      <a:headEnd type="none" w="med" len="med"/>
                      <a:tailEnd type="none" w="med" len="med"/>
                    </a:lnT>
                    <a:lnB w="12700" cap="flat" cmpd="sng" algn="ctr">
                      <a:solidFill>
                        <a:srgbClr val="4B4748"/>
                      </a:solidFill>
                      <a:prstDash val="solid"/>
                      <a:round/>
                      <a:headEnd type="none" w="med" len="med"/>
                      <a:tailEnd type="none" w="med" len="med"/>
                    </a:lnB>
                    <a:solidFill>
                      <a:srgbClr val="1A1517"/>
                    </a:solidFill>
                  </a:tcPr>
                </a:tc>
                <a:tc>
                  <a:txBody>
                    <a:bodyPr/>
                    <a:lstStyle/>
                    <a:p>
                      <a:pPr marL="0" indent="0">
                        <a:lnSpc>
                          <a:spcPts val="1820"/>
                        </a:lnSpc>
                        <a:buNone/>
                      </a:pPr>
                      <a:r>
                        <a:rPr lang="en-US" sz="1300" dirty="0">
                          <a:solidFill>
                            <a:srgbClr val="F5F1EE"/>
                          </a:solidFill>
                          <a:latin typeface="Rubik" pitchFamily="34" charset="0"/>
                          <a:ea typeface="Rubik" pitchFamily="34" charset="-122"/>
                          <a:cs typeface="Rubik" pitchFamily="34" charset="-120"/>
                        </a:rPr>
                        <a:t>Met by design</a:t>
                      </a:r>
                      <a:endParaRPr lang="en-US" sz="1300" dirty="0">
                        <a:latin typeface="Rubik" charset="0"/>
                        <a:ea typeface="Rubik" charset="0"/>
                        <a:cs typeface="Rubik" charset="0"/>
                      </a:endParaRPr>
                    </a:p>
                  </a:txBody>
                  <a:tcPr marL="57785" marR="57785" marT="57785" marB="57785">
                    <a:lnL w="12700" cap="flat" cmpd="sng" algn="ctr">
                      <a:solidFill>
                        <a:srgbClr val="4B4748"/>
                      </a:solidFill>
                      <a:prstDash val="solid"/>
                      <a:round/>
                      <a:headEnd type="none" w="med" len="med"/>
                      <a:tailEnd type="none" w="med" len="med"/>
                    </a:lnL>
                    <a:lnR w="12700" cap="flat" cmpd="sng" algn="ctr">
                      <a:solidFill>
                        <a:srgbClr val="4B4748"/>
                      </a:solidFill>
                      <a:prstDash val="solid"/>
                      <a:round/>
                      <a:headEnd type="none" w="med" len="med"/>
                      <a:tailEnd type="none" w="med" len="med"/>
                    </a:lnR>
                    <a:lnT w="12700" cap="flat" cmpd="sng" algn="ctr">
                      <a:solidFill>
                        <a:srgbClr val="534E4F"/>
                      </a:solidFill>
                      <a:prstDash val="solid"/>
                      <a:round/>
                      <a:headEnd type="none" w="med" len="med"/>
                      <a:tailEnd type="none" w="med" len="med"/>
                    </a:lnT>
                    <a:lnB w="12700" cap="flat" cmpd="sng" algn="ctr">
                      <a:solidFill>
                        <a:srgbClr val="4B4748"/>
                      </a:solidFill>
                      <a:prstDash val="solid"/>
                      <a:round/>
                      <a:headEnd type="none" w="med" len="med"/>
                      <a:tailEnd type="none" w="med" len="med"/>
                    </a:lnB>
                    <a:solidFill>
                      <a:srgbClr val="1A1517"/>
                    </a:solidFill>
                  </a:tcPr>
                </a:tc>
                <a:extLst>
                  <a:ext uri="{0D108BD9-81ED-4DB2-BD59-A6C34878D82A}">
                    <a16:rowId xmlns:a16="http://schemas.microsoft.com/office/drawing/2014/main" val="10006"/>
                  </a:ext>
                </a:extLst>
              </a:tr>
              <a:tr h="359321">
                <a:tc>
                  <a:txBody>
                    <a:bodyPr/>
                    <a:lstStyle/>
                    <a:p>
                      <a:pPr marL="0" indent="0">
                        <a:lnSpc>
                          <a:spcPts val="1820"/>
                        </a:lnSpc>
                        <a:buNone/>
                      </a:pPr>
                      <a:r>
                        <a:rPr lang="en-US" sz="1300" dirty="0">
                          <a:solidFill>
                            <a:srgbClr val="F5F1EE"/>
                          </a:solidFill>
                          <a:latin typeface="Rubik" pitchFamily="34" charset="0"/>
                          <a:ea typeface="Rubik" pitchFamily="34" charset="-122"/>
                          <a:cs typeface="Rubik" pitchFamily="34" charset="-120"/>
                        </a:rPr>
                        <a:t>Purchased cost (SOW goal)</a:t>
                      </a:r>
                      <a:endParaRPr lang="en-US" sz="1300" dirty="0">
                        <a:latin typeface="Rubik" charset="0"/>
                        <a:ea typeface="Rubik" charset="0"/>
                        <a:cs typeface="Rubik" charset="0"/>
                      </a:endParaRPr>
                    </a:p>
                  </a:txBody>
                  <a:tcPr marL="57785" marR="57785" marT="57785" marB="57785">
                    <a:lnL w="12700" cap="flat" cmpd="sng" algn="ctr">
                      <a:solidFill>
                        <a:srgbClr val="454344"/>
                      </a:solidFill>
                      <a:prstDash val="solid"/>
                      <a:round/>
                      <a:headEnd type="none" w="med" len="med"/>
                      <a:tailEnd type="none" w="med" len="med"/>
                    </a:lnL>
                    <a:lnR w="12700" cap="flat" cmpd="sng" algn="ctr">
                      <a:solidFill>
                        <a:srgbClr val="534E4F"/>
                      </a:solidFill>
                      <a:prstDash val="solid"/>
                      <a:round/>
                      <a:headEnd type="none" w="med" len="med"/>
                      <a:tailEnd type="none" w="med" len="med"/>
                    </a:lnR>
                    <a:lnT w="12700" cap="flat" cmpd="sng" algn="ctr">
                      <a:solidFill>
                        <a:srgbClr val="4B4748"/>
                      </a:solidFill>
                      <a:prstDash val="solid"/>
                      <a:round/>
                      <a:headEnd type="none" w="med" len="med"/>
                      <a:tailEnd type="none" w="med" len="med"/>
                    </a:lnT>
                    <a:lnB w="12700" cap="flat" cmpd="sng" algn="ctr">
                      <a:solidFill>
                        <a:srgbClr val="534E4F"/>
                      </a:solidFill>
                      <a:prstDash val="solid"/>
                      <a:round/>
                      <a:headEnd type="none" w="med" len="med"/>
                      <a:tailEnd type="none" w="med" len="med"/>
                    </a:lnB>
                    <a:solidFill>
                      <a:srgbClr val="241E20"/>
                    </a:solidFill>
                  </a:tcPr>
                </a:tc>
                <a:tc>
                  <a:txBody>
                    <a:bodyPr/>
                    <a:lstStyle/>
                    <a:p>
                      <a:pPr marL="0" indent="0">
                        <a:lnSpc>
                          <a:spcPts val="1820"/>
                        </a:lnSpc>
                        <a:buNone/>
                      </a:pPr>
                      <a:r>
                        <a:rPr lang="en-US" sz="1300" dirty="0">
                          <a:solidFill>
                            <a:srgbClr val="F5F1EE"/>
                          </a:solidFill>
                          <a:latin typeface="Rubik" pitchFamily="34" charset="0"/>
                          <a:ea typeface="Rubik" pitchFamily="34" charset="-122"/>
                          <a:cs typeface="Rubik" pitchFamily="34" charset="-120"/>
                        </a:rPr>
                        <a:t>≤ $1,500 total</a:t>
                      </a:r>
                      <a:endParaRPr lang="en-US" sz="1300" dirty="0">
                        <a:latin typeface="Rubik" charset="0"/>
                        <a:ea typeface="Rubik" charset="0"/>
                        <a:cs typeface="Rubik" charset="0"/>
                      </a:endParaRPr>
                    </a:p>
                  </a:txBody>
                  <a:tcPr marL="57785" marR="57785" marT="57785" marB="57785">
                    <a:lnL w="12700" cap="flat" cmpd="sng" algn="ctr">
                      <a:solidFill>
                        <a:srgbClr val="534E4F"/>
                      </a:solidFill>
                      <a:prstDash val="solid"/>
                      <a:round/>
                      <a:headEnd type="none" w="med" len="med"/>
                      <a:tailEnd type="none" w="med" len="med"/>
                    </a:lnL>
                    <a:lnR w="12700" cap="flat" cmpd="sng" algn="ctr">
                      <a:solidFill>
                        <a:srgbClr val="534E4F"/>
                      </a:solidFill>
                      <a:prstDash val="solid"/>
                      <a:round/>
                      <a:headEnd type="none" w="med" len="med"/>
                      <a:tailEnd type="none" w="med" len="med"/>
                    </a:lnR>
                    <a:lnT w="12700" cap="flat" cmpd="sng" algn="ctr">
                      <a:solidFill>
                        <a:srgbClr val="4B4748"/>
                      </a:solidFill>
                      <a:prstDash val="solid"/>
                      <a:round/>
                      <a:headEnd type="none" w="med" len="med"/>
                      <a:tailEnd type="none" w="med" len="med"/>
                    </a:lnT>
                    <a:lnB w="12700" cap="flat" cmpd="sng" algn="ctr">
                      <a:solidFill>
                        <a:srgbClr val="534E4F"/>
                      </a:solidFill>
                      <a:prstDash val="solid"/>
                      <a:round/>
                      <a:headEnd type="none" w="med" len="med"/>
                      <a:tailEnd type="none" w="med" len="med"/>
                    </a:lnB>
                    <a:solidFill>
                      <a:srgbClr val="241E20"/>
                    </a:solidFill>
                  </a:tcPr>
                </a:tc>
                <a:tc>
                  <a:txBody>
                    <a:bodyPr/>
                    <a:lstStyle/>
                    <a:p>
                      <a:pPr marL="0" indent="0">
                        <a:lnSpc>
                          <a:spcPts val="1820"/>
                        </a:lnSpc>
                        <a:buNone/>
                      </a:pPr>
                      <a:r>
                        <a:rPr lang="en-US" sz="1300" dirty="0">
                          <a:solidFill>
                            <a:srgbClr val="F5F1EE"/>
                          </a:solidFill>
                          <a:latin typeface="Rubik" pitchFamily="34" charset="0"/>
                          <a:ea typeface="Rubik" pitchFamily="34" charset="-122"/>
                          <a:cs typeface="Rubik" pitchFamily="34" charset="-120"/>
                        </a:rPr>
                        <a:t>≈ $677 complete</a:t>
                      </a:r>
                      <a:endParaRPr lang="en-US" sz="1300" dirty="0">
                        <a:latin typeface="Rubik" charset="0"/>
                        <a:ea typeface="Rubik" charset="0"/>
                        <a:cs typeface="Rubik" charset="0"/>
                      </a:endParaRPr>
                    </a:p>
                  </a:txBody>
                  <a:tcPr marL="57785" marR="57785" marT="57785" marB="57785">
                    <a:lnL w="12700" cap="flat" cmpd="sng" algn="ctr">
                      <a:solidFill>
                        <a:srgbClr val="534E4F"/>
                      </a:solidFill>
                      <a:prstDash val="solid"/>
                      <a:round/>
                      <a:headEnd type="none" w="med" len="med"/>
                      <a:tailEnd type="none" w="med" len="med"/>
                    </a:lnL>
                    <a:lnR w="12700" cap="flat" cmpd="sng" algn="ctr">
                      <a:solidFill>
                        <a:srgbClr val="534E4F"/>
                      </a:solidFill>
                      <a:prstDash val="solid"/>
                      <a:round/>
                      <a:headEnd type="none" w="med" len="med"/>
                      <a:tailEnd type="none" w="med" len="med"/>
                    </a:lnR>
                    <a:lnT w="12700" cap="flat" cmpd="sng" algn="ctr">
                      <a:solidFill>
                        <a:srgbClr val="4B4748"/>
                      </a:solidFill>
                      <a:prstDash val="solid"/>
                      <a:round/>
                      <a:headEnd type="none" w="med" len="med"/>
                      <a:tailEnd type="none" w="med" len="med"/>
                    </a:lnT>
                    <a:lnB w="12700" cap="flat" cmpd="sng" algn="ctr">
                      <a:solidFill>
                        <a:srgbClr val="534E4F"/>
                      </a:solidFill>
                      <a:prstDash val="solid"/>
                      <a:round/>
                      <a:headEnd type="none" w="med" len="med"/>
                      <a:tailEnd type="none" w="med" len="med"/>
                    </a:lnB>
                    <a:solidFill>
                      <a:srgbClr val="241E20"/>
                    </a:solidFill>
                  </a:tcPr>
                </a:tc>
                <a:tc>
                  <a:txBody>
                    <a:bodyPr/>
                    <a:lstStyle/>
                    <a:p>
                      <a:pPr marL="0" indent="0">
                        <a:lnSpc>
                          <a:spcPts val="1820"/>
                        </a:lnSpc>
                        <a:buNone/>
                      </a:pPr>
                      <a:r>
                        <a:rPr lang="en-US" sz="1300" dirty="0">
                          <a:solidFill>
                            <a:srgbClr val="F5F1EE"/>
                          </a:solidFill>
                          <a:latin typeface="Rubik" pitchFamily="34" charset="0"/>
                          <a:ea typeface="Rubik" pitchFamily="34" charset="-122"/>
                          <a:cs typeface="Rubik" pitchFamily="34" charset="-120"/>
                        </a:rPr>
                        <a:t>Met (about 45%)</a:t>
                      </a:r>
                      <a:endParaRPr lang="en-US" sz="1300" dirty="0">
                        <a:latin typeface="Rubik" charset="0"/>
                        <a:ea typeface="Rubik" charset="0"/>
                        <a:cs typeface="Rubik" charset="0"/>
                      </a:endParaRPr>
                    </a:p>
                  </a:txBody>
                  <a:tcPr marL="57785" marR="57785" marT="57785" marB="57785">
                    <a:lnL w="12700" cap="flat" cmpd="sng" algn="ctr">
                      <a:solidFill>
                        <a:srgbClr val="534E4F"/>
                      </a:solidFill>
                      <a:prstDash val="solid"/>
                      <a:round/>
                      <a:headEnd type="none" w="med" len="med"/>
                      <a:tailEnd type="none" w="med" len="med"/>
                    </a:lnL>
                    <a:lnR w="12700" cap="flat" cmpd="sng" algn="ctr">
                      <a:solidFill>
                        <a:srgbClr val="534E4F"/>
                      </a:solidFill>
                      <a:prstDash val="solid"/>
                      <a:round/>
                      <a:headEnd type="none" w="med" len="med"/>
                      <a:tailEnd type="none" w="med" len="med"/>
                    </a:lnR>
                    <a:lnT w="12700" cap="flat" cmpd="sng" algn="ctr">
                      <a:solidFill>
                        <a:srgbClr val="4B4748"/>
                      </a:solidFill>
                      <a:prstDash val="solid"/>
                      <a:round/>
                      <a:headEnd type="none" w="med" len="med"/>
                      <a:tailEnd type="none" w="med" len="med"/>
                    </a:lnT>
                    <a:lnB w="12700" cap="flat" cmpd="sng" algn="ctr">
                      <a:solidFill>
                        <a:srgbClr val="534E4F"/>
                      </a:solidFill>
                      <a:prstDash val="solid"/>
                      <a:round/>
                      <a:headEnd type="none" w="med" len="med"/>
                      <a:tailEnd type="none" w="med" len="med"/>
                    </a:lnB>
                    <a:solidFill>
                      <a:srgbClr val="241E20"/>
                    </a:solidFill>
                  </a:tcPr>
                </a:tc>
                <a:extLst>
                  <a:ext uri="{0D108BD9-81ED-4DB2-BD59-A6C34878D82A}">
                    <a16:rowId xmlns:a16="http://schemas.microsoft.com/office/drawing/2014/main" val="10007"/>
                  </a:ext>
                </a:extLst>
              </a:tr>
            </a:tbl>
          </a:graphicData>
        </a:graphic>
      </p:graphicFrame>
      <p:sp>
        <p:nvSpPr>
          <p:cNvPr id="4" name="Text 1"/>
          <p:cNvSpPr/>
          <p:nvPr/>
        </p:nvSpPr>
        <p:spPr>
          <a:xfrm>
            <a:off x="812800" y="4609356"/>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9B0AE"/>
                </a:solidFill>
                <a:latin typeface="Rubik" pitchFamily="34" charset="0"/>
                <a:ea typeface="Rubik" pitchFamily="34" charset="-122"/>
                <a:cs typeface="Rubik" pitchFamily="34" charset="-120"/>
              </a:rPr>
              <a:t>Shock is the one real unknown for every option we looked at; no maker publishes a g rating.</a:t>
            </a:r>
            <a:endParaRPr lang="en-US" sz="1200" dirty="0"/>
          </a:p>
        </p:txBody>
      </p:sp>
      <p:sp>
        <p:nvSpPr>
          <p:cNvPr id="5" name="Text 2"/>
          <p:cNvSpPr/>
          <p:nvPr/>
        </p:nvSpPr>
        <p:spPr>
          <a:xfrm>
            <a:off x="812800" y="6238280"/>
            <a:ext cx="85026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9B0AE"/>
                </a:solidFill>
                <a:latin typeface="Rubik" pitchFamily="34" charset="0"/>
                <a:ea typeface="Rubik" pitchFamily="34" charset="-122"/>
                <a:cs typeface="Rubik" pitchFamily="34" charset="-120"/>
              </a:rPr>
              <a:t>Targets from our Statement of Work and Voice of the Customer · Rules: BSAE 2027 Rev A</a:t>
            </a:r>
            <a:endParaRPr lang="en-US" sz="1200" dirty="0"/>
          </a:p>
        </p:txBody>
      </p:sp>
      <p:sp>
        <p:nvSpPr>
          <p:cNvPr id="6" name="Text 3"/>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B9B0AE"/>
                </a:solidFill>
                <a:latin typeface="Rubik" pitchFamily="34" charset="0"/>
                <a:ea typeface="Rubik" pitchFamily="34" charset="-122"/>
                <a:cs typeface="Rubik" pitchFamily="34" charset="-120"/>
              </a:rPr>
              <a:t>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A1517"/>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kern="0" spc="50" dirty="0">
                <a:solidFill>
                  <a:srgbClr val="F5F1EE"/>
                </a:solidFill>
                <a:latin typeface="Oswald" pitchFamily="34" charset="0"/>
                <a:ea typeface="Oswald" pitchFamily="34" charset="-122"/>
                <a:cs typeface="Oswald" pitchFamily="34" charset="-120"/>
              </a:rPr>
              <a:t>WHY NOT THE OTHER THREE</a:t>
            </a:r>
            <a:endParaRPr lang="en-US" sz="3600" dirty="0"/>
          </a:p>
        </p:txBody>
      </p:sp>
      <p:sp>
        <p:nvSpPr>
          <p:cNvPr id="3" name="Shape 1"/>
          <p:cNvSpPr/>
          <p:nvPr/>
        </p:nvSpPr>
        <p:spPr>
          <a:xfrm>
            <a:off x="812800" y="1518890"/>
            <a:ext cx="3386634" cy="3210223"/>
          </a:xfrm>
          <a:prstGeom prst="roundRect">
            <a:avLst>
              <a:gd name="adj" fmla="val 3165"/>
            </a:avLst>
          </a:prstGeom>
          <a:solidFill>
            <a:srgbClr val="241E20"/>
          </a:solidFill>
          <a:ln/>
        </p:spPr>
        <p:txBody>
          <a:bodyPr/>
          <a:lstStyle/>
          <a:p>
            <a:endParaRPr lang="en-US"/>
          </a:p>
        </p:txBody>
      </p:sp>
      <p:sp>
        <p:nvSpPr>
          <p:cNvPr id="4" name="Text 2"/>
          <p:cNvSpPr/>
          <p:nvPr/>
        </p:nvSpPr>
        <p:spPr>
          <a:xfrm>
            <a:off x="1066800" y="1772890"/>
            <a:ext cx="2964993"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F4D5A"/>
                </a:solidFill>
                <a:latin typeface="Rubik" pitchFamily="34" charset="0"/>
                <a:ea typeface="Rubik" pitchFamily="34" charset="-122"/>
                <a:cs typeface="Rubik" pitchFamily="34" charset="-120"/>
              </a:rPr>
              <a:t>B · ≈ $322</a:t>
            </a:r>
            <a:endParaRPr lang="en-US" sz="1200" dirty="0"/>
          </a:p>
        </p:txBody>
      </p:sp>
      <p:sp>
        <p:nvSpPr>
          <p:cNvPr id="5" name="Text 3"/>
          <p:cNvSpPr/>
          <p:nvPr/>
        </p:nvSpPr>
        <p:spPr>
          <a:xfrm>
            <a:off x="1066800" y="2087811"/>
            <a:ext cx="2964993" cy="36066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F5F1EE"/>
                </a:solidFill>
                <a:latin typeface="Oswald" pitchFamily="34" charset="0"/>
                <a:ea typeface="Oswald" pitchFamily="34" charset="-122"/>
                <a:cs typeface="Oswald" pitchFamily="34" charset="-120"/>
              </a:rPr>
              <a:t>FRS RADIO KIT</a:t>
            </a:r>
            <a:endParaRPr lang="en-US" sz="2200" dirty="0"/>
          </a:p>
        </p:txBody>
      </p:sp>
      <p:sp>
        <p:nvSpPr>
          <p:cNvPr id="6" name="Text 4"/>
          <p:cNvSpPr/>
          <p:nvPr/>
        </p:nvSpPr>
        <p:spPr>
          <a:xfrm>
            <a:off x="1066800" y="2524671"/>
            <a:ext cx="2964993" cy="59432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5F1EE"/>
                </a:solidFill>
                <a:latin typeface="Rubik" pitchFamily="34" charset="0"/>
                <a:ea typeface="Rubik" pitchFamily="34" charset="-122"/>
                <a:cs typeface="Rubik" pitchFamily="34" charset="-120"/>
              </a:rPr>
              <a:t>Same wiring as A, about $50 cheaper.</a:t>
            </a:r>
            <a:endParaRPr lang="en-US" sz="1600" dirty="0"/>
          </a:p>
        </p:txBody>
      </p:sp>
      <p:sp>
        <p:nvSpPr>
          <p:cNvPr id="7" name="Text 5"/>
          <p:cNvSpPr/>
          <p:nvPr/>
        </p:nvSpPr>
        <p:spPr>
          <a:xfrm>
            <a:off x="1178306" y="3195191"/>
            <a:ext cx="2845867" cy="878681"/>
          </a:xfrm>
          <a:prstGeom prst="rect">
            <a:avLst/>
          </a:prstGeom>
          <a:noFill/>
          <a:ln/>
        </p:spPr>
        <p:txBody>
          <a:bodyPr wrap="square" lIns="0" tIns="0" rIns="0" bIns="0" rtlCol="0" anchor="t">
            <a:normAutofit/>
          </a:bodyPr>
          <a:lstStyle/>
          <a:p>
            <a:pPr marL="142494" indent="-142494" algn="l">
              <a:lnSpc>
                <a:spcPts val="1680"/>
              </a:lnSpc>
              <a:buSzPct val="100000"/>
              <a:buChar char="•"/>
            </a:pPr>
            <a:r>
              <a:rPr lang="en-US" sz="1200" dirty="0">
                <a:solidFill>
                  <a:srgbClr val="B9B0AE"/>
                </a:solidFill>
                <a:latin typeface="Rubik" pitchFamily="34" charset="0"/>
                <a:ea typeface="Rubik" pitchFamily="34" charset="-122"/>
                <a:cs typeface="Rubik" pitchFamily="34" charset="-120"/>
              </a:rPr>
              <a:t>Fixed antenna: the radio itself has to sit high, exposed to mud and hits</a:t>
            </a:r>
            <a:endParaRPr lang="en-US" sz="1200" dirty="0"/>
          </a:p>
          <a:p>
            <a:pPr marL="142494" indent="-142494" algn="l">
              <a:lnSpc>
                <a:spcPts val="1680"/>
              </a:lnSpc>
              <a:buSzPct val="100000"/>
              <a:buChar char="•"/>
            </a:pPr>
            <a:r>
              <a:rPr lang="en-US" sz="1200" dirty="0">
                <a:solidFill>
                  <a:srgbClr val="B9B0AE"/>
                </a:solidFill>
                <a:latin typeface="Rubik" pitchFamily="34" charset="0"/>
                <a:ea typeface="Rubik" pitchFamily="34" charset="-122"/>
                <a:cs typeface="Rubik" pitchFamily="34" charset="-120"/>
              </a:rPr>
              <a:t>22 shared channels get crowded at events</a:t>
            </a:r>
            <a:endParaRPr lang="en-US" sz="1200" dirty="0"/>
          </a:p>
        </p:txBody>
      </p:sp>
      <p:sp>
        <p:nvSpPr>
          <p:cNvPr id="8" name="Shape 6"/>
          <p:cNvSpPr/>
          <p:nvPr/>
        </p:nvSpPr>
        <p:spPr>
          <a:xfrm>
            <a:off x="4402634" y="1518890"/>
            <a:ext cx="3386683" cy="3210223"/>
          </a:xfrm>
          <a:prstGeom prst="roundRect">
            <a:avLst>
              <a:gd name="adj" fmla="val 3165"/>
            </a:avLst>
          </a:prstGeom>
          <a:solidFill>
            <a:srgbClr val="241E20"/>
          </a:solidFill>
          <a:ln/>
        </p:spPr>
        <p:txBody>
          <a:bodyPr/>
          <a:lstStyle/>
          <a:p>
            <a:endParaRPr lang="en-US"/>
          </a:p>
        </p:txBody>
      </p:sp>
      <p:sp>
        <p:nvSpPr>
          <p:cNvPr id="9" name="Text 7"/>
          <p:cNvSpPr/>
          <p:nvPr/>
        </p:nvSpPr>
        <p:spPr>
          <a:xfrm>
            <a:off x="4656634" y="1772890"/>
            <a:ext cx="2965044"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F4D5A"/>
                </a:solidFill>
                <a:latin typeface="Rubik" pitchFamily="34" charset="0"/>
                <a:ea typeface="Rubik" pitchFamily="34" charset="-122"/>
                <a:cs typeface="Rubik" pitchFamily="34" charset="-120"/>
              </a:rPr>
              <a:t>C · Up to ≈ $495</a:t>
            </a:r>
            <a:endParaRPr lang="en-US" sz="1200" dirty="0"/>
          </a:p>
        </p:txBody>
      </p:sp>
      <p:sp>
        <p:nvSpPr>
          <p:cNvPr id="10" name="Text 8"/>
          <p:cNvSpPr/>
          <p:nvPr/>
        </p:nvSpPr>
        <p:spPr>
          <a:xfrm>
            <a:off x="4656634" y="2087811"/>
            <a:ext cx="2965044" cy="36066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F5F1EE"/>
                </a:solidFill>
                <a:latin typeface="Oswald" pitchFamily="34" charset="0"/>
                <a:ea typeface="Oswald" pitchFamily="34" charset="-122"/>
                <a:cs typeface="Oswald" pitchFamily="34" charset="-120"/>
              </a:rPr>
              <a:t>BLUETOOTH MESH</a:t>
            </a:r>
            <a:endParaRPr lang="en-US" sz="2200" dirty="0"/>
          </a:p>
        </p:txBody>
      </p:sp>
      <p:sp>
        <p:nvSpPr>
          <p:cNvPr id="11" name="Text 9"/>
          <p:cNvSpPr/>
          <p:nvPr/>
        </p:nvSpPr>
        <p:spPr>
          <a:xfrm>
            <a:off x="4656634" y="2524671"/>
            <a:ext cx="2965044" cy="59432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5F1EE"/>
                </a:solidFill>
                <a:latin typeface="Rubik" pitchFamily="34" charset="0"/>
                <a:ea typeface="Rubik" pitchFamily="34" charset="-122"/>
                <a:cs typeface="Rubik" pitchFamily="34" charset="-120"/>
              </a:rPr>
              <a:t>Hands-free, with no wiring in the car.</a:t>
            </a:r>
            <a:endParaRPr lang="en-US" sz="1600" dirty="0"/>
          </a:p>
        </p:txBody>
      </p:sp>
      <p:sp>
        <p:nvSpPr>
          <p:cNvPr id="12" name="Text 10"/>
          <p:cNvSpPr/>
          <p:nvPr/>
        </p:nvSpPr>
        <p:spPr>
          <a:xfrm>
            <a:off x="4768140" y="3195191"/>
            <a:ext cx="2845918" cy="1305322"/>
          </a:xfrm>
          <a:prstGeom prst="rect">
            <a:avLst/>
          </a:prstGeom>
          <a:noFill/>
          <a:ln/>
        </p:spPr>
        <p:txBody>
          <a:bodyPr wrap="square" lIns="0" tIns="0" rIns="0" bIns="0" rtlCol="0" anchor="t">
            <a:normAutofit/>
          </a:bodyPr>
          <a:lstStyle/>
          <a:p>
            <a:pPr marL="142494" indent="-142494" algn="l">
              <a:lnSpc>
                <a:spcPts val="1680"/>
              </a:lnSpc>
              <a:buSzPct val="100000"/>
              <a:buChar char="•"/>
            </a:pPr>
            <a:r>
              <a:rPr lang="en-US" sz="1200" dirty="0">
                <a:solidFill>
                  <a:srgbClr val="B9B0AE"/>
                </a:solidFill>
                <a:latin typeface="Rubik" pitchFamily="34" charset="0"/>
                <a:ea typeface="Rubik" pitchFamily="34" charset="-122"/>
                <a:cs typeface="Rubik" pitchFamily="34" charset="-120"/>
              </a:rPr>
              <a:t>About 10 hr battery against our ~20 hr need</a:t>
            </a:r>
            <a:endParaRPr lang="en-US" sz="1200" dirty="0"/>
          </a:p>
          <a:p>
            <a:pPr marL="142494" indent="-142494" algn="l">
              <a:lnSpc>
                <a:spcPts val="1680"/>
              </a:lnSpc>
              <a:buSzPct val="100000"/>
              <a:buChar char="•"/>
            </a:pPr>
            <a:r>
              <a:rPr lang="en-US" sz="1200" dirty="0">
                <a:solidFill>
                  <a:srgbClr val="B9B0AE"/>
                </a:solidFill>
                <a:latin typeface="Rubik" pitchFamily="34" charset="0"/>
                <a:ea typeface="Rubik" pitchFamily="34" charset="-122"/>
                <a:cs typeface="Rubik" pitchFamily="34" charset="-120"/>
              </a:rPr>
              <a:t>Built for motorcycles, not a CVT behind the helmet</a:t>
            </a:r>
            <a:endParaRPr lang="en-US" sz="1200" dirty="0"/>
          </a:p>
          <a:p>
            <a:pPr marL="142494" indent="-142494" algn="l">
              <a:lnSpc>
                <a:spcPts val="1680"/>
              </a:lnSpc>
              <a:buSzPct val="100000"/>
              <a:buChar char="•"/>
            </a:pPr>
            <a:r>
              <a:rPr lang="en-US" sz="1200" dirty="0">
                <a:solidFill>
                  <a:srgbClr val="B9B0AE"/>
                </a:solidFill>
                <a:latin typeface="Rubik" pitchFamily="34" charset="0"/>
                <a:ea typeface="Rubik" pitchFamily="34" charset="-122"/>
                <a:cs typeface="Rubik" pitchFamily="34" charset="-120"/>
              </a:rPr>
              <a:t>Rated ~1 km between units: little margin over 750 m</a:t>
            </a:r>
            <a:endParaRPr lang="en-US" sz="1200" dirty="0"/>
          </a:p>
        </p:txBody>
      </p:sp>
      <p:sp>
        <p:nvSpPr>
          <p:cNvPr id="13" name="Shape 11"/>
          <p:cNvSpPr/>
          <p:nvPr/>
        </p:nvSpPr>
        <p:spPr>
          <a:xfrm>
            <a:off x="7992517" y="1518890"/>
            <a:ext cx="3386683" cy="3210223"/>
          </a:xfrm>
          <a:prstGeom prst="roundRect">
            <a:avLst>
              <a:gd name="adj" fmla="val 3165"/>
            </a:avLst>
          </a:prstGeom>
          <a:solidFill>
            <a:srgbClr val="241E20"/>
          </a:solidFill>
          <a:ln/>
        </p:spPr>
        <p:txBody>
          <a:bodyPr/>
          <a:lstStyle/>
          <a:p>
            <a:endParaRPr lang="en-US"/>
          </a:p>
        </p:txBody>
      </p:sp>
      <p:sp>
        <p:nvSpPr>
          <p:cNvPr id="14" name="Text 12"/>
          <p:cNvSpPr/>
          <p:nvPr/>
        </p:nvSpPr>
        <p:spPr>
          <a:xfrm>
            <a:off x="8246517" y="1772890"/>
            <a:ext cx="2965044"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F4D5A"/>
                </a:solidFill>
                <a:latin typeface="Rubik" pitchFamily="34" charset="0"/>
                <a:ea typeface="Rubik" pitchFamily="34" charset="-122"/>
                <a:cs typeface="Rubik" pitchFamily="34" charset="-120"/>
              </a:rPr>
              <a:t>D · ≈ $850</a:t>
            </a:r>
            <a:endParaRPr lang="en-US" sz="1200" dirty="0"/>
          </a:p>
        </p:txBody>
      </p:sp>
      <p:sp>
        <p:nvSpPr>
          <p:cNvPr id="15" name="Text 13"/>
          <p:cNvSpPr/>
          <p:nvPr/>
        </p:nvSpPr>
        <p:spPr>
          <a:xfrm>
            <a:off x="8246517" y="2087811"/>
            <a:ext cx="2965044" cy="36066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F5F1EE"/>
                </a:solidFill>
                <a:latin typeface="Oswald" pitchFamily="34" charset="0"/>
                <a:ea typeface="Oswald" pitchFamily="34" charset="-122"/>
                <a:cs typeface="Oswald" pitchFamily="34" charset="-120"/>
              </a:rPr>
              <a:t>LICENSED RACE KIT</a:t>
            </a:r>
            <a:endParaRPr lang="en-US" sz="2200" dirty="0"/>
          </a:p>
        </p:txBody>
      </p:sp>
      <p:sp>
        <p:nvSpPr>
          <p:cNvPr id="16" name="Text 14"/>
          <p:cNvSpPr/>
          <p:nvPr/>
        </p:nvSpPr>
        <p:spPr>
          <a:xfrm>
            <a:off x="8246517" y="2524671"/>
            <a:ext cx="2965044" cy="59432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5F1EE"/>
                </a:solidFill>
                <a:latin typeface="Rubik" pitchFamily="34" charset="0"/>
                <a:ea typeface="Rubik" pitchFamily="34" charset="-122"/>
                <a:cs typeface="Rubik" pitchFamily="34" charset="-120"/>
              </a:rPr>
              <a:t>Cleanest kit, all from one vendor.</a:t>
            </a:r>
            <a:endParaRPr lang="en-US" sz="1600" dirty="0"/>
          </a:p>
        </p:txBody>
      </p:sp>
      <p:sp>
        <p:nvSpPr>
          <p:cNvPr id="17" name="Text 15"/>
          <p:cNvSpPr/>
          <p:nvPr/>
        </p:nvSpPr>
        <p:spPr>
          <a:xfrm>
            <a:off x="8358023" y="3195191"/>
            <a:ext cx="2845918" cy="665361"/>
          </a:xfrm>
          <a:prstGeom prst="rect">
            <a:avLst/>
          </a:prstGeom>
          <a:noFill/>
          <a:ln/>
        </p:spPr>
        <p:txBody>
          <a:bodyPr wrap="square" lIns="0" tIns="0" rIns="0" bIns="0" rtlCol="0" anchor="t">
            <a:normAutofit/>
          </a:bodyPr>
          <a:lstStyle/>
          <a:p>
            <a:pPr marL="142494" indent="-142494" algn="l">
              <a:lnSpc>
                <a:spcPts val="1680"/>
              </a:lnSpc>
              <a:buSzPct val="100000"/>
              <a:buChar char="•"/>
            </a:pPr>
            <a:r>
              <a:rPr lang="en-US" sz="1200" dirty="0">
                <a:solidFill>
                  <a:srgbClr val="B9B0AE"/>
                </a:solidFill>
                <a:latin typeface="Rubik" pitchFamily="34" charset="0"/>
                <a:ea typeface="Rubik" pitchFamily="34" charset="-122"/>
                <a:cs typeface="Rubik" pitchFamily="34" charset="-120"/>
              </a:rPr>
              <a:t>Needs a business-band FCC license</a:t>
            </a:r>
            <a:endParaRPr lang="en-US" sz="1200" dirty="0"/>
          </a:p>
          <a:p>
            <a:pPr marL="142494" indent="-142494" algn="l">
              <a:lnSpc>
                <a:spcPts val="1680"/>
              </a:lnSpc>
              <a:buSzPct val="100000"/>
              <a:buChar char="•"/>
            </a:pPr>
            <a:r>
              <a:rPr lang="en-US" sz="1200" dirty="0">
                <a:solidFill>
                  <a:srgbClr val="B9B0AE"/>
                </a:solidFill>
                <a:latin typeface="Rubik" pitchFamily="34" charset="0"/>
                <a:ea typeface="Rubik" pitchFamily="34" charset="-122"/>
                <a:cs typeface="Rubik" pitchFamily="34" charset="-120"/>
              </a:rPr>
              <a:t>About $130 more than a complete Option A</a:t>
            </a:r>
            <a:endParaRPr lang="en-US" sz="1200" dirty="0"/>
          </a:p>
        </p:txBody>
      </p:sp>
      <p:sp>
        <p:nvSpPr>
          <p:cNvPr id="18" name="Text 16"/>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9B0AE"/>
                </a:solidFill>
                <a:latin typeface="Rubik" pitchFamily="34" charset="0"/>
                <a:ea typeface="Rubik" pitchFamily="34" charset="-122"/>
                <a:cs typeface="Rubik" pitchFamily="34" charset="-120"/>
              </a:rPr>
              <a:t>Aggie Baja Controls · Driver-to-pit comms</a:t>
            </a:r>
            <a:endParaRPr lang="en-US" sz="1200" dirty="0"/>
          </a:p>
        </p:txBody>
      </p:sp>
      <p:sp>
        <p:nvSpPr>
          <p:cNvPr id="19" name="Text 17"/>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B9B0AE"/>
                </a:solidFill>
                <a:latin typeface="Rubik" pitchFamily="34" charset="0"/>
                <a:ea typeface="Rubik" pitchFamily="34" charset="-122"/>
                <a:cs typeface="Rubik" pitchFamily="34" charset="-120"/>
              </a:rPr>
              <a:t>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A1517"/>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kern="0" spc="50" dirty="0">
                <a:solidFill>
                  <a:srgbClr val="F5F1EE"/>
                </a:solidFill>
                <a:latin typeface="Oswald" pitchFamily="34" charset="0"/>
                <a:ea typeface="Oswald" pitchFamily="34" charset="-122"/>
                <a:cs typeface="Oswald" pitchFamily="34" charset="-120"/>
              </a:rPr>
              <a:t>HOW OPTION A FITS TOGETHER</a:t>
            </a:r>
            <a:endParaRPr lang="en-US" sz="3600" dirty="0"/>
          </a:p>
        </p:txBody>
      </p:sp>
      <p:sp>
        <p:nvSpPr>
          <p:cNvPr id="3" name="Text 1"/>
          <p:cNvSpPr/>
          <p:nvPr/>
        </p:nvSpPr>
        <p:spPr>
          <a:xfrm>
            <a:off x="812800" y="1417290"/>
            <a:ext cx="10883392"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B9B0AE"/>
                </a:solidFill>
                <a:latin typeface="Rubik" pitchFamily="34" charset="0"/>
                <a:ea typeface="Rubik" pitchFamily="34" charset="-122"/>
                <a:cs typeface="Rubik" pitchFamily="34" charset="-120"/>
              </a:rPr>
              <a:t>Plug-together parts; the only radio link is MURS between the two radios.</a:t>
            </a:r>
            <a:endParaRPr lang="en-US" sz="1600" dirty="0"/>
          </a:p>
        </p:txBody>
      </p:sp>
      <p:sp>
        <p:nvSpPr>
          <p:cNvPr id="4" name="Text 2"/>
          <p:cNvSpPr/>
          <p:nvPr/>
        </p:nvSpPr>
        <p:spPr>
          <a:xfrm>
            <a:off x="965200" y="1803350"/>
            <a:ext cx="6932930" cy="309860"/>
          </a:xfrm>
          <a:prstGeom prst="rect">
            <a:avLst/>
          </a:prstGeom>
          <a:noFill/>
          <a:ln/>
        </p:spPr>
        <p:txBody>
          <a:bodyPr wrap="square" lIns="0" tIns="0" rIns="0" bIns="0" rtlCol="0" anchor="t">
            <a:normAutofit/>
          </a:bodyPr>
          <a:lstStyle/>
          <a:p>
            <a:pPr marL="0" indent="0" algn="l">
              <a:lnSpc>
                <a:spcPts val="2240"/>
              </a:lnSpc>
              <a:buNone/>
            </a:pPr>
            <a:r>
              <a:rPr lang="en-US" sz="1600" kern="0" spc="150" dirty="0">
                <a:solidFill>
                  <a:srgbClr val="FF4D5A"/>
                </a:solidFill>
                <a:latin typeface="Oswald" pitchFamily="34" charset="0"/>
                <a:ea typeface="Oswald" pitchFamily="34" charset="-122"/>
                <a:cs typeface="Oswald" pitchFamily="34" charset="-120"/>
              </a:rPr>
              <a:t>IN THE CAR</a:t>
            </a:r>
            <a:endParaRPr lang="en-US" sz="1600" dirty="0"/>
          </a:p>
        </p:txBody>
      </p:sp>
      <p:sp>
        <p:nvSpPr>
          <p:cNvPr id="5" name="Shape 3"/>
          <p:cNvSpPr/>
          <p:nvPr/>
        </p:nvSpPr>
        <p:spPr>
          <a:xfrm>
            <a:off x="965200" y="2108150"/>
            <a:ext cx="6731000" cy="19050"/>
          </a:xfrm>
          <a:prstGeom prst="rect">
            <a:avLst/>
          </a:prstGeom>
          <a:solidFill>
            <a:srgbClr val="3A3133"/>
          </a:solidFill>
          <a:ln/>
        </p:spPr>
        <p:txBody>
          <a:bodyPr/>
          <a:lstStyle/>
          <a:p>
            <a:endParaRPr lang="en-US"/>
          </a:p>
        </p:txBody>
      </p:sp>
      <p:sp>
        <p:nvSpPr>
          <p:cNvPr id="6" name="Text 4"/>
          <p:cNvSpPr/>
          <p:nvPr/>
        </p:nvSpPr>
        <p:spPr>
          <a:xfrm>
            <a:off x="9474200" y="1803350"/>
            <a:ext cx="1701800" cy="309860"/>
          </a:xfrm>
          <a:prstGeom prst="rect">
            <a:avLst/>
          </a:prstGeom>
          <a:noFill/>
          <a:ln/>
        </p:spPr>
        <p:txBody>
          <a:bodyPr wrap="square" lIns="0" tIns="0" rIns="0" bIns="0" rtlCol="0" anchor="t">
            <a:normAutofit/>
          </a:bodyPr>
          <a:lstStyle/>
          <a:p>
            <a:pPr marL="0" indent="0" algn="l">
              <a:lnSpc>
                <a:spcPts val="2240"/>
              </a:lnSpc>
              <a:buNone/>
            </a:pPr>
            <a:r>
              <a:rPr lang="en-US" sz="1600" kern="0" spc="150" dirty="0">
                <a:solidFill>
                  <a:srgbClr val="FF4D5A"/>
                </a:solidFill>
                <a:latin typeface="Oswald" pitchFamily="34" charset="0"/>
                <a:ea typeface="Oswald" pitchFamily="34" charset="-122"/>
                <a:cs typeface="Oswald" pitchFamily="34" charset="-120"/>
              </a:rPr>
              <a:t>IN THE PIT</a:t>
            </a:r>
            <a:endParaRPr lang="en-US" sz="1600" dirty="0"/>
          </a:p>
        </p:txBody>
      </p:sp>
      <p:sp>
        <p:nvSpPr>
          <p:cNvPr id="7" name="Shape 5"/>
          <p:cNvSpPr/>
          <p:nvPr/>
        </p:nvSpPr>
        <p:spPr>
          <a:xfrm>
            <a:off x="9474200" y="2108150"/>
            <a:ext cx="1651000" cy="19050"/>
          </a:xfrm>
          <a:prstGeom prst="rect">
            <a:avLst/>
          </a:prstGeom>
          <a:solidFill>
            <a:srgbClr val="3A3133"/>
          </a:solidFill>
          <a:ln/>
        </p:spPr>
        <p:txBody>
          <a:bodyPr/>
          <a:lstStyle/>
          <a:p>
            <a:endParaRPr lang="en-US"/>
          </a:p>
        </p:txBody>
      </p:sp>
      <p:sp>
        <p:nvSpPr>
          <p:cNvPr id="8" name="Text 6"/>
          <p:cNvSpPr/>
          <p:nvPr/>
        </p:nvSpPr>
        <p:spPr>
          <a:xfrm>
            <a:off x="971550" y="2254200"/>
            <a:ext cx="1638300" cy="805061"/>
          </a:xfrm>
          <a:prstGeom prst="roundRect">
            <a:avLst>
              <a:gd name="adj" fmla="val 8676"/>
            </a:avLst>
          </a:prstGeom>
          <a:solidFill>
            <a:srgbClr val="241E20"/>
          </a:solidFill>
          <a:ln w="12700">
            <a:solidFill>
              <a:srgbClr val="3A3133"/>
            </a:solidFill>
            <a:prstDash val="solid"/>
          </a:ln>
        </p:spPr>
        <p:txBody>
          <a:bodyPr wrap="square" lIns="100192" tIns="62092" rIns="49392" bIns="36692" rtlCol="0" anchor="t">
            <a:normAutofit/>
          </a:bodyPr>
          <a:lstStyle/>
          <a:p>
            <a:pPr marL="0" indent="0" algn="l">
              <a:lnSpc>
                <a:spcPts val="1680"/>
              </a:lnSpc>
              <a:buNone/>
            </a:pPr>
            <a:r>
              <a:rPr lang="en-US" sz="1200" b="1" dirty="0">
                <a:solidFill>
                  <a:srgbClr val="F5F1EE"/>
                </a:solidFill>
                <a:latin typeface="Rubik" pitchFamily="34" charset="0"/>
                <a:ea typeface="Rubik" pitchFamily="34" charset="-122"/>
                <a:cs typeface="Rubik" pitchFamily="34" charset="-120"/>
              </a:rPr>
              <a:t>Helmet kit</a:t>
            </a:r>
            <a:endParaRPr lang="en-US" sz="1200" dirty="0"/>
          </a:p>
          <a:p>
            <a:pPr marL="0" indent="0" algn="l">
              <a:lnSpc>
                <a:spcPts val="1680"/>
              </a:lnSpc>
              <a:buNone/>
            </a:pPr>
            <a:r>
              <a:rPr lang="en-US" sz="1200" dirty="0">
                <a:solidFill>
                  <a:srgbClr val="F5F1EE"/>
                </a:solidFill>
                <a:latin typeface="Rubik" pitchFamily="34" charset="0"/>
                <a:ea typeface="Rubik" pitchFamily="34" charset="-122"/>
                <a:cs typeface="Rubik" pitchFamily="34" charset="-120"/>
              </a:rPr>
              <a:t>Speakers + mic in the padding</a:t>
            </a:r>
            <a:endParaRPr lang="en-US" sz="1200" dirty="0"/>
          </a:p>
        </p:txBody>
      </p:sp>
      <p:sp>
        <p:nvSpPr>
          <p:cNvPr id="9" name="Text 7"/>
          <p:cNvSpPr/>
          <p:nvPr/>
        </p:nvSpPr>
        <p:spPr>
          <a:xfrm>
            <a:off x="3511550" y="2254200"/>
            <a:ext cx="1638300" cy="591741"/>
          </a:xfrm>
          <a:prstGeom prst="roundRect">
            <a:avLst>
              <a:gd name="adj" fmla="val 11804"/>
            </a:avLst>
          </a:prstGeom>
          <a:solidFill>
            <a:srgbClr val="241E20"/>
          </a:solidFill>
          <a:ln w="12700">
            <a:solidFill>
              <a:srgbClr val="3A3133"/>
            </a:solidFill>
            <a:prstDash val="solid"/>
          </a:ln>
        </p:spPr>
        <p:txBody>
          <a:bodyPr wrap="square" lIns="100192" tIns="62092" rIns="49392" bIns="36692" rtlCol="0" anchor="t">
            <a:normAutofit/>
          </a:bodyPr>
          <a:lstStyle/>
          <a:p>
            <a:pPr marL="0" indent="0" algn="l">
              <a:lnSpc>
                <a:spcPts val="1680"/>
              </a:lnSpc>
              <a:buNone/>
            </a:pPr>
            <a:r>
              <a:rPr lang="en-US" sz="1200" b="1" dirty="0">
                <a:solidFill>
                  <a:srgbClr val="F5F1EE"/>
                </a:solidFill>
                <a:latin typeface="Rubik" pitchFamily="34" charset="0"/>
                <a:ea typeface="Rubik" pitchFamily="34" charset="-122"/>
                <a:cs typeface="Rubik" pitchFamily="34" charset="-120"/>
              </a:rPr>
              <a:t>Car harness</a:t>
            </a:r>
            <a:endParaRPr lang="en-US" sz="1200" dirty="0"/>
          </a:p>
          <a:p>
            <a:pPr marL="0" indent="0" algn="l">
              <a:lnSpc>
                <a:spcPts val="1680"/>
              </a:lnSpc>
              <a:buNone/>
            </a:pPr>
            <a:r>
              <a:rPr lang="en-US" sz="1200" dirty="0">
                <a:solidFill>
                  <a:srgbClr val="F5F1EE"/>
                </a:solidFill>
                <a:latin typeface="Rubik" pitchFamily="34" charset="0"/>
                <a:ea typeface="Rubik" pitchFamily="34" charset="-122"/>
                <a:cs typeface="Rubik" pitchFamily="34" charset="-120"/>
              </a:rPr>
              <a:t>Rugged driver kit</a:t>
            </a:r>
            <a:endParaRPr lang="en-US" sz="1200" dirty="0"/>
          </a:p>
        </p:txBody>
      </p:sp>
      <p:sp>
        <p:nvSpPr>
          <p:cNvPr id="10" name="Text 8"/>
          <p:cNvSpPr/>
          <p:nvPr/>
        </p:nvSpPr>
        <p:spPr>
          <a:xfrm>
            <a:off x="6051550" y="2254200"/>
            <a:ext cx="1638300" cy="805061"/>
          </a:xfrm>
          <a:prstGeom prst="roundRect">
            <a:avLst>
              <a:gd name="adj" fmla="val 8676"/>
            </a:avLst>
          </a:prstGeom>
          <a:solidFill>
            <a:srgbClr val="241E20"/>
          </a:solidFill>
          <a:ln w="12700">
            <a:solidFill>
              <a:srgbClr val="3A3133"/>
            </a:solidFill>
            <a:prstDash val="solid"/>
          </a:ln>
        </p:spPr>
        <p:txBody>
          <a:bodyPr wrap="square" lIns="100192" tIns="62092" rIns="49392" bIns="36692" rtlCol="0" anchor="t">
            <a:normAutofit/>
          </a:bodyPr>
          <a:lstStyle/>
          <a:p>
            <a:pPr marL="0" indent="0" algn="l">
              <a:lnSpc>
                <a:spcPts val="1680"/>
              </a:lnSpc>
              <a:buNone/>
            </a:pPr>
            <a:r>
              <a:rPr lang="en-US" sz="1200" b="1" dirty="0">
                <a:solidFill>
                  <a:srgbClr val="F5F1EE"/>
                </a:solidFill>
                <a:latin typeface="Rubik" pitchFamily="34" charset="0"/>
                <a:ea typeface="Rubik" pitchFamily="34" charset="-122"/>
                <a:cs typeface="Rubik" pitchFamily="34" charset="-120"/>
              </a:rPr>
              <a:t>Radio jumper</a:t>
            </a:r>
            <a:endParaRPr lang="en-US" sz="1200" dirty="0"/>
          </a:p>
          <a:p>
            <a:pPr marL="0" indent="0" algn="l">
              <a:lnSpc>
                <a:spcPts val="1680"/>
              </a:lnSpc>
              <a:buNone/>
            </a:pPr>
            <a:r>
              <a:rPr lang="en-US" sz="1200" dirty="0">
                <a:solidFill>
                  <a:srgbClr val="F5F1EE"/>
                </a:solidFill>
                <a:latin typeface="Rubik" pitchFamily="34" charset="0"/>
                <a:ea typeface="Rubik" pitchFamily="34" charset="-122"/>
                <a:cs typeface="Rubik" pitchFamily="34" charset="-120"/>
              </a:rPr>
              <a:t>Kenwood 2-pin plug</a:t>
            </a:r>
            <a:endParaRPr lang="en-US" sz="1200" dirty="0"/>
          </a:p>
        </p:txBody>
      </p:sp>
      <p:sp>
        <p:nvSpPr>
          <p:cNvPr id="11" name="Text 9"/>
          <p:cNvSpPr/>
          <p:nvPr/>
        </p:nvSpPr>
        <p:spPr>
          <a:xfrm>
            <a:off x="3511550" y="3651200"/>
            <a:ext cx="1638300" cy="591741"/>
          </a:xfrm>
          <a:prstGeom prst="roundRect">
            <a:avLst>
              <a:gd name="adj" fmla="val 11804"/>
            </a:avLst>
          </a:prstGeom>
          <a:solidFill>
            <a:srgbClr val="241E20"/>
          </a:solidFill>
          <a:ln w="12700">
            <a:solidFill>
              <a:srgbClr val="3A3133"/>
            </a:solidFill>
            <a:prstDash val="solid"/>
          </a:ln>
        </p:spPr>
        <p:txBody>
          <a:bodyPr wrap="square" lIns="100192" tIns="62092" rIns="49392" bIns="36692" rtlCol="0" anchor="t">
            <a:normAutofit/>
          </a:bodyPr>
          <a:lstStyle/>
          <a:p>
            <a:pPr marL="0" indent="0" algn="l">
              <a:lnSpc>
                <a:spcPts val="1680"/>
              </a:lnSpc>
              <a:buNone/>
            </a:pPr>
            <a:r>
              <a:rPr lang="en-US" sz="1200" b="1" dirty="0">
                <a:solidFill>
                  <a:srgbClr val="F5F1EE"/>
                </a:solidFill>
                <a:latin typeface="Rubik" pitchFamily="34" charset="0"/>
                <a:ea typeface="Rubik" pitchFamily="34" charset="-122"/>
                <a:cs typeface="Rubik" pitchFamily="34" charset="-120"/>
              </a:rPr>
              <a:t>PTT button</a:t>
            </a:r>
            <a:endParaRPr lang="en-US" sz="1200" dirty="0"/>
          </a:p>
          <a:p>
            <a:pPr marL="0" indent="0" algn="l">
              <a:lnSpc>
                <a:spcPts val="1680"/>
              </a:lnSpc>
              <a:buNone/>
            </a:pPr>
            <a:r>
              <a:rPr lang="en-US" sz="1200" dirty="0">
                <a:solidFill>
                  <a:srgbClr val="F5F1EE"/>
                </a:solidFill>
                <a:latin typeface="Rubik" pitchFamily="34" charset="0"/>
                <a:ea typeface="Rubik" pitchFamily="34" charset="-122"/>
                <a:cs typeface="Rubik" pitchFamily="34" charset="-120"/>
              </a:rPr>
              <a:t>Velcro on the wheel</a:t>
            </a:r>
            <a:endParaRPr lang="en-US" sz="1200" dirty="0"/>
          </a:p>
        </p:txBody>
      </p:sp>
      <p:sp>
        <p:nvSpPr>
          <p:cNvPr id="12" name="Text 10"/>
          <p:cNvSpPr/>
          <p:nvPr/>
        </p:nvSpPr>
        <p:spPr>
          <a:xfrm>
            <a:off x="6051550" y="3651200"/>
            <a:ext cx="1638300" cy="805061"/>
          </a:xfrm>
          <a:prstGeom prst="roundRect">
            <a:avLst>
              <a:gd name="adj" fmla="val 8676"/>
            </a:avLst>
          </a:prstGeom>
          <a:solidFill>
            <a:srgbClr val="241E20"/>
          </a:solidFill>
          <a:ln w="12700">
            <a:solidFill>
              <a:srgbClr val="FF4D5A"/>
            </a:solidFill>
            <a:prstDash val="solid"/>
          </a:ln>
        </p:spPr>
        <p:txBody>
          <a:bodyPr wrap="square" lIns="100192" tIns="62092" rIns="49392" bIns="36692" rtlCol="0" anchor="t">
            <a:normAutofit/>
          </a:bodyPr>
          <a:lstStyle/>
          <a:p>
            <a:pPr marL="0" indent="0" algn="l">
              <a:lnSpc>
                <a:spcPts val="1680"/>
              </a:lnSpc>
              <a:buNone/>
            </a:pPr>
            <a:r>
              <a:rPr lang="en-US" sz="1200" b="1" dirty="0">
                <a:solidFill>
                  <a:srgbClr val="F5F1EE"/>
                </a:solidFill>
                <a:latin typeface="Rubik" pitchFamily="34" charset="0"/>
                <a:ea typeface="Rubik" pitchFamily="34" charset="-122"/>
                <a:cs typeface="Rubik" pitchFamily="34" charset="-120"/>
              </a:rPr>
              <a:t>BTECH MURS-V2</a:t>
            </a:r>
            <a:endParaRPr lang="en-US" sz="1200" dirty="0"/>
          </a:p>
          <a:p>
            <a:pPr marL="0" indent="0" algn="l">
              <a:lnSpc>
                <a:spcPts val="1680"/>
              </a:lnSpc>
              <a:buNone/>
            </a:pPr>
            <a:r>
              <a:rPr lang="en-US" sz="1200" dirty="0">
                <a:solidFill>
                  <a:srgbClr val="F5F1EE"/>
                </a:solidFill>
                <a:latin typeface="Rubik" pitchFamily="34" charset="0"/>
                <a:ea typeface="Rubik" pitchFamily="34" charset="-122"/>
                <a:cs typeface="Rubik" pitchFamily="34" charset="-120"/>
              </a:rPr>
              <a:t>Inside the frame, secured</a:t>
            </a:r>
            <a:endParaRPr lang="en-US" sz="1200" dirty="0"/>
          </a:p>
        </p:txBody>
      </p:sp>
      <p:sp>
        <p:nvSpPr>
          <p:cNvPr id="13" name="Text 11"/>
          <p:cNvSpPr/>
          <p:nvPr/>
        </p:nvSpPr>
        <p:spPr>
          <a:xfrm>
            <a:off x="6051550" y="4921200"/>
            <a:ext cx="1638300" cy="1018381"/>
          </a:xfrm>
          <a:prstGeom prst="roundRect">
            <a:avLst>
              <a:gd name="adj" fmla="val 6859"/>
            </a:avLst>
          </a:prstGeom>
          <a:solidFill>
            <a:srgbClr val="241E20"/>
          </a:solidFill>
          <a:ln w="12700">
            <a:solidFill>
              <a:srgbClr val="3A3133"/>
            </a:solidFill>
            <a:prstDash val="solid"/>
          </a:ln>
        </p:spPr>
        <p:txBody>
          <a:bodyPr wrap="square" lIns="100192" tIns="62092" rIns="49392" bIns="36692" rtlCol="0" anchor="t">
            <a:normAutofit/>
          </a:bodyPr>
          <a:lstStyle/>
          <a:p>
            <a:pPr marL="0" indent="0" algn="l">
              <a:lnSpc>
                <a:spcPts val="1680"/>
              </a:lnSpc>
              <a:buNone/>
            </a:pPr>
            <a:r>
              <a:rPr lang="en-US" sz="1200" b="1" dirty="0">
                <a:solidFill>
                  <a:srgbClr val="F5F1EE"/>
                </a:solidFill>
                <a:latin typeface="Rubik" pitchFamily="34" charset="0"/>
                <a:ea typeface="Rubik" pitchFamily="34" charset="-122"/>
                <a:cs typeface="Rubik" pitchFamily="34" charset="-120"/>
              </a:rPr>
              <a:t>Cage antenna</a:t>
            </a:r>
            <a:endParaRPr lang="en-US" sz="1200" dirty="0"/>
          </a:p>
          <a:p>
            <a:pPr marL="0" indent="0" algn="l">
              <a:lnSpc>
                <a:spcPts val="1680"/>
              </a:lnSpc>
              <a:buNone/>
            </a:pPr>
            <a:r>
              <a:rPr lang="en-US" sz="1200" dirty="0">
                <a:solidFill>
                  <a:srgbClr val="F5F1EE"/>
                </a:solidFill>
                <a:latin typeface="Rubik" pitchFamily="34" charset="0"/>
                <a:ea typeface="Rubik" pitchFamily="34" charset="-122"/>
                <a:cs typeface="Rubik" pitchFamily="34" charset="-120"/>
              </a:rPr>
              <a:t>Clear of transponder and RFID tag</a:t>
            </a:r>
            <a:endParaRPr lang="en-US" sz="1200" dirty="0"/>
          </a:p>
        </p:txBody>
      </p:sp>
      <p:sp>
        <p:nvSpPr>
          <p:cNvPr id="14" name="Text 12"/>
          <p:cNvSpPr/>
          <p:nvPr/>
        </p:nvSpPr>
        <p:spPr>
          <a:xfrm>
            <a:off x="9480550" y="3651200"/>
            <a:ext cx="1638300" cy="591741"/>
          </a:xfrm>
          <a:prstGeom prst="roundRect">
            <a:avLst>
              <a:gd name="adj" fmla="val 11804"/>
            </a:avLst>
          </a:prstGeom>
          <a:solidFill>
            <a:srgbClr val="241E20"/>
          </a:solidFill>
          <a:ln w="12700">
            <a:solidFill>
              <a:srgbClr val="3A3133"/>
            </a:solidFill>
            <a:prstDash val="solid"/>
          </a:ln>
        </p:spPr>
        <p:txBody>
          <a:bodyPr wrap="square" lIns="100192" tIns="62092" rIns="49392" bIns="36692" rtlCol="0" anchor="t">
            <a:normAutofit/>
          </a:bodyPr>
          <a:lstStyle/>
          <a:p>
            <a:pPr marL="0" indent="0" algn="l">
              <a:lnSpc>
                <a:spcPts val="1680"/>
              </a:lnSpc>
              <a:buNone/>
            </a:pPr>
            <a:r>
              <a:rPr lang="en-US" sz="1200" b="1" dirty="0">
                <a:solidFill>
                  <a:srgbClr val="F5F1EE"/>
                </a:solidFill>
                <a:latin typeface="Rubik" pitchFamily="34" charset="0"/>
                <a:ea typeface="Rubik" pitchFamily="34" charset="-122"/>
                <a:cs typeface="Rubik" pitchFamily="34" charset="-120"/>
              </a:rPr>
              <a:t>Crew headset</a:t>
            </a:r>
            <a:endParaRPr lang="en-US" sz="1200" dirty="0"/>
          </a:p>
          <a:p>
            <a:pPr marL="0" indent="0" algn="l">
              <a:lnSpc>
                <a:spcPts val="1680"/>
              </a:lnSpc>
              <a:buNone/>
            </a:pPr>
            <a:r>
              <a:rPr lang="en-US" sz="1200" dirty="0">
                <a:solidFill>
                  <a:srgbClr val="F5F1EE"/>
                </a:solidFill>
                <a:latin typeface="Rubik" pitchFamily="34" charset="0"/>
                <a:ea typeface="Rubik" pitchFamily="34" charset="-122"/>
                <a:cs typeface="Rubik" pitchFamily="34" charset="-120"/>
              </a:rPr>
              <a:t>2-pin, with PTT</a:t>
            </a:r>
            <a:endParaRPr lang="en-US" sz="1200" dirty="0"/>
          </a:p>
        </p:txBody>
      </p:sp>
      <p:sp>
        <p:nvSpPr>
          <p:cNvPr id="15" name="Text 13"/>
          <p:cNvSpPr/>
          <p:nvPr/>
        </p:nvSpPr>
        <p:spPr>
          <a:xfrm>
            <a:off x="9480550" y="4921200"/>
            <a:ext cx="1638300" cy="591741"/>
          </a:xfrm>
          <a:prstGeom prst="roundRect">
            <a:avLst>
              <a:gd name="adj" fmla="val 11804"/>
            </a:avLst>
          </a:prstGeom>
          <a:solidFill>
            <a:srgbClr val="241E20"/>
          </a:solidFill>
          <a:ln w="12700">
            <a:solidFill>
              <a:srgbClr val="FF4D5A"/>
            </a:solidFill>
            <a:prstDash val="solid"/>
          </a:ln>
        </p:spPr>
        <p:txBody>
          <a:bodyPr wrap="square" lIns="100192" tIns="62092" rIns="49392" bIns="36692" rtlCol="0" anchor="t">
            <a:normAutofit/>
          </a:bodyPr>
          <a:lstStyle/>
          <a:p>
            <a:pPr marL="0" indent="0" algn="l">
              <a:lnSpc>
                <a:spcPts val="1680"/>
              </a:lnSpc>
              <a:buNone/>
            </a:pPr>
            <a:r>
              <a:rPr lang="en-US" sz="1200" b="1" dirty="0">
                <a:solidFill>
                  <a:srgbClr val="F5F1EE"/>
                </a:solidFill>
                <a:latin typeface="Rubik" pitchFamily="34" charset="0"/>
                <a:ea typeface="Rubik" pitchFamily="34" charset="-122"/>
                <a:cs typeface="Rubik" pitchFamily="34" charset="-120"/>
              </a:rPr>
              <a:t>BTECH MURS-V2</a:t>
            </a:r>
            <a:endParaRPr lang="en-US" sz="1200" dirty="0"/>
          </a:p>
          <a:p>
            <a:pPr marL="0" indent="0" algn="l">
              <a:lnSpc>
                <a:spcPts val="1680"/>
              </a:lnSpc>
              <a:buNone/>
            </a:pPr>
            <a:r>
              <a:rPr lang="en-US" sz="1200" dirty="0">
                <a:solidFill>
                  <a:srgbClr val="F5F1EE"/>
                </a:solidFill>
                <a:latin typeface="Rubik" pitchFamily="34" charset="0"/>
                <a:ea typeface="Rubik" pitchFamily="34" charset="-122"/>
                <a:cs typeface="Rubik" pitchFamily="34" charset="-120"/>
              </a:rPr>
              <a:t>Pit radio</a:t>
            </a:r>
            <a:endParaRPr lang="en-US" sz="1200" dirty="0"/>
          </a:p>
        </p:txBody>
      </p:sp>
      <p:sp>
        <p:nvSpPr>
          <p:cNvPr id="16" name="Text 14"/>
          <p:cNvSpPr/>
          <p:nvPr/>
        </p:nvSpPr>
        <p:spPr>
          <a:xfrm>
            <a:off x="971550" y="3651200"/>
            <a:ext cx="2273300" cy="1119981"/>
          </a:xfrm>
          <a:prstGeom prst="roundRect">
            <a:avLst>
              <a:gd name="adj" fmla="val 6237"/>
            </a:avLst>
          </a:prstGeom>
          <a:solidFill>
            <a:srgbClr val="121012"/>
          </a:solidFill>
          <a:ln w="12700">
            <a:solidFill>
              <a:srgbClr val="FF4D5A"/>
            </a:solidFill>
            <a:prstDash val="dash"/>
          </a:ln>
        </p:spPr>
        <p:txBody>
          <a:bodyPr wrap="square" lIns="138292" tIns="112892" rIns="79618" bIns="87492" rtlCol="0" anchor="t">
            <a:normAutofit/>
          </a:bodyPr>
          <a:lstStyle/>
          <a:p>
            <a:pPr marL="0" indent="0" algn="l">
              <a:lnSpc>
                <a:spcPts val="1680"/>
              </a:lnSpc>
              <a:buNone/>
            </a:pPr>
            <a:r>
              <a:rPr lang="en-US" sz="1200" b="1" dirty="0">
                <a:solidFill>
                  <a:srgbClr val="FF4D5A"/>
                </a:solidFill>
                <a:latin typeface="Rubik" pitchFamily="34" charset="0"/>
                <a:ea typeface="Rubik" pitchFamily="34" charset="-122"/>
                <a:cs typeface="Rubik" pitchFamily="34" charset="-120"/>
              </a:rPr>
              <a:t>RULES COVERED</a:t>
            </a:r>
            <a:endParaRPr lang="en-US" sz="1200" dirty="0"/>
          </a:p>
          <a:p>
            <a:pPr marL="0" indent="0" algn="l">
              <a:lnSpc>
                <a:spcPts val="1680"/>
              </a:lnSpc>
              <a:buNone/>
            </a:pPr>
            <a:r>
              <a:rPr lang="en-US" sz="1200" dirty="0">
                <a:solidFill>
                  <a:srgbClr val="B9B0AE"/>
                </a:solidFill>
                <a:latin typeface="Rubik" pitchFamily="34" charset="0"/>
                <a:ea typeface="Rubik" pitchFamily="34" charset="-122"/>
                <a:cs typeface="Rubik" pitchFamily="34" charset="-120"/>
              </a:rPr>
              <a:t>Helmet B.5.1 · Egress Tech B.8.1 · Refuel D.8.3.7.2 · Battery B.10.1.1.7</a:t>
            </a:r>
            <a:endParaRPr lang="en-US" sz="1200" dirty="0"/>
          </a:p>
        </p:txBody>
      </p:sp>
      <p:pic>
        <p:nvPicPr>
          <p:cNvPr id="17" name="Image 0" descr="connector"/>
          <p:cNvPicPr>
            <a:picLocks noChangeAspect="1"/>
          </p:cNvPicPr>
          <p:nvPr/>
        </p:nvPicPr>
        <p:blipFill>
          <a:blip r:embed="rId3"/>
          <a:srcRect/>
          <a:stretch/>
        </p:blipFill>
        <p:spPr>
          <a:xfrm>
            <a:off x="2565400" y="2609800"/>
            <a:ext cx="990600" cy="101600"/>
          </a:xfrm>
          <a:prstGeom prst="rect">
            <a:avLst/>
          </a:prstGeom>
        </p:spPr>
      </p:pic>
      <p:pic>
        <p:nvPicPr>
          <p:cNvPr id="18" name="Image 1" descr="connector"/>
          <p:cNvPicPr>
            <a:picLocks noChangeAspect="1"/>
          </p:cNvPicPr>
          <p:nvPr/>
        </p:nvPicPr>
        <p:blipFill>
          <a:blip r:embed="rId3"/>
          <a:srcRect/>
          <a:stretch/>
        </p:blipFill>
        <p:spPr>
          <a:xfrm>
            <a:off x="5105400" y="2609800"/>
            <a:ext cx="990600" cy="101600"/>
          </a:xfrm>
          <a:prstGeom prst="rect">
            <a:avLst/>
          </a:prstGeom>
        </p:spPr>
      </p:pic>
      <p:pic>
        <p:nvPicPr>
          <p:cNvPr id="19" name="Image 2" descr="connector"/>
          <p:cNvPicPr>
            <a:picLocks noChangeAspect="1"/>
          </p:cNvPicPr>
          <p:nvPr/>
        </p:nvPicPr>
        <p:blipFill>
          <a:blip r:embed="rId4"/>
          <a:srcRect/>
          <a:stretch/>
        </p:blipFill>
        <p:spPr>
          <a:xfrm>
            <a:off x="4279900" y="3022550"/>
            <a:ext cx="101600" cy="673100"/>
          </a:xfrm>
          <a:prstGeom prst="rect">
            <a:avLst/>
          </a:prstGeom>
        </p:spPr>
      </p:pic>
      <p:pic>
        <p:nvPicPr>
          <p:cNvPr id="20" name="Image 3" descr="connector"/>
          <p:cNvPicPr>
            <a:picLocks noChangeAspect="1"/>
          </p:cNvPicPr>
          <p:nvPr/>
        </p:nvPicPr>
        <p:blipFill>
          <a:blip r:embed="rId5"/>
          <a:srcRect/>
          <a:stretch/>
        </p:blipFill>
        <p:spPr>
          <a:xfrm>
            <a:off x="6819900" y="3022550"/>
            <a:ext cx="101600" cy="673100"/>
          </a:xfrm>
          <a:prstGeom prst="rect">
            <a:avLst/>
          </a:prstGeom>
        </p:spPr>
      </p:pic>
      <p:pic>
        <p:nvPicPr>
          <p:cNvPr id="21" name="Image 4" descr="connector"/>
          <p:cNvPicPr>
            <a:picLocks noChangeAspect="1"/>
          </p:cNvPicPr>
          <p:nvPr/>
        </p:nvPicPr>
        <p:blipFill>
          <a:blip r:embed="rId6"/>
          <a:srcRect/>
          <a:stretch/>
        </p:blipFill>
        <p:spPr>
          <a:xfrm>
            <a:off x="6819900" y="4419550"/>
            <a:ext cx="101600" cy="546100"/>
          </a:xfrm>
          <a:prstGeom prst="rect">
            <a:avLst/>
          </a:prstGeom>
        </p:spPr>
      </p:pic>
      <p:pic>
        <p:nvPicPr>
          <p:cNvPr id="22" name="Image 5" descr="connector"/>
          <p:cNvPicPr>
            <a:picLocks noChangeAspect="1"/>
          </p:cNvPicPr>
          <p:nvPr/>
        </p:nvPicPr>
        <p:blipFill>
          <a:blip r:embed="rId6"/>
          <a:srcRect/>
          <a:stretch/>
        </p:blipFill>
        <p:spPr>
          <a:xfrm>
            <a:off x="10248900" y="4419550"/>
            <a:ext cx="101600" cy="546100"/>
          </a:xfrm>
          <a:prstGeom prst="rect">
            <a:avLst/>
          </a:prstGeom>
        </p:spPr>
      </p:pic>
      <p:pic>
        <p:nvPicPr>
          <p:cNvPr id="23" name="Image 6" descr="connector"/>
          <p:cNvPicPr>
            <a:picLocks noChangeAspect="1"/>
          </p:cNvPicPr>
          <p:nvPr/>
        </p:nvPicPr>
        <p:blipFill>
          <a:blip r:embed="rId7"/>
          <a:srcRect/>
          <a:stretch/>
        </p:blipFill>
        <p:spPr>
          <a:xfrm>
            <a:off x="7632700" y="5264100"/>
            <a:ext cx="1905000" cy="127000"/>
          </a:xfrm>
          <a:prstGeom prst="rect">
            <a:avLst/>
          </a:prstGeom>
        </p:spPr>
      </p:pic>
      <p:sp>
        <p:nvSpPr>
          <p:cNvPr id="24" name="Text 15"/>
          <p:cNvSpPr/>
          <p:nvPr/>
        </p:nvSpPr>
        <p:spPr>
          <a:xfrm>
            <a:off x="2641600" y="2711400"/>
            <a:ext cx="838200" cy="665361"/>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B9B0AE"/>
                </a:solidFill>
                <a:latin typeface="Rubik" pitchFamily="34" charset="0"/>
                <a:ea typeface="Rubik" pitchFamily="34" charset="-122"/>
                <a:cs typeface="Rubik" pitchFamily="34" charset="-120"/>
              </a:rPr>
              <a:t>Quick release cord</a:t>
            </a:r>
            <a:endParaRPr lang="en-US" sz="1200" dirty="0"/>
          </a:p>
        </p:txBody>
      </p:sp>
      <p:sp>
        <p:nvSpPr>
          <p:cNvPr id="25" name="Text 16"/>
          <p:cNvSpPr/>
          <p:nvPr/>
        </p:nvSpPr>
        <p:spPr>
          <a:xfrm>
            <a:off x="6972300" y="4584650"/>
            <a:ext cx="8128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9B0AE"/>
                </a:solidFill>
                <a:latin typeface="Rubik" pitchFamily="34" charset="0"/>
                <a:ea typeface="Rubik" pitchFamily="34" charset="-122"/>
                <a:cs typeface="Rubik" pitchFamily="34" charset="-120"/>
              </a:rPr>
              <a:t>SMA coax</a:t>
            </a:r>
            <a:endParaRPr lang="en-US" sz="1200" dirty="0"/>
          </a:p>
        </p:txBody>
      </p:sp>
      <p:sp>
        <p:nvSpPr>
          <p:cNvPr id="26" name="Text 17"/>
          <p:cNvSpPr/>
          <p:nvPr/>
        </p:nvSpPr>
        <p:spPr>
          <a:xfrm>
            <a:off x="7772400" y="4629100"/>
            <a:ext cx="1625600" cy="665361"/>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FF4D5A"/>
                </a:solidFill>
                <a:latin typeface="Rubik" pitchFamily="34" charset="0"/>
                <a:ea typeface="Rubik" pitchFamily="34" charset="-122"/>
                <a:cs typeface="Rubik" pitchFamily="34" charset="-120"/>
              </a:rPr>
              <a:t>MURS link · 2 W</a:t>
            </a:r>
            <a:endParaRPr lang="en-US" sz="1200" dirty="0"/>
          </a:p>
          <a:p>
            <a:pPr marL="0" indent="0" algn="ctr">
              <a:lnSpc>
                <a:spcPts val="1680"/>
              </a:lnSpc>
              <a:buNone/>
            </a:pPr>
            <a:r>
              <a:rPr lang="en-US" sz="1200" b="1" dirty="0">
                <a:solidFill>
                  <a:srgbClr val="F5F1EE"/>
                </a:solidFill>
                <a:latin typeface="Rubik" pitchFamily="34" charset="0"/>
                <a:ea typeface="Rubik" pitchFamily="34" charset="-122"/>
                <a:cs typeface="Rubik" pitchFamily="34" charset="-120"/>
              </a:rPr>
              <a:t>Est. 1.6–8 km</a:t>
            </a:r>
            <a:endParaRPr lang="en-US" sz="1200" dirty="0"/>
          </a:p>
          <a:p>
            <a:pPr marL="0" indent="0" algn="ctr">
              <a:lnSpc>
                <a:spcPts val="1680"/>
              </a:lnSpc>
              <a:buNone/>
            </a:pPr>
            <a:r>
              <a:rPr lang="en-US" sz="1200" dirty="0">
                <a:solidFill>
                  <a:srgbClr val="FF4D5A"/>
                </a:solidFill>
                <a:latin typeface="Rubik" pitchFamily="34" charset="0"/>
                <a:ea typeface="Rubik" pitchFamily="34" charset="-122"/>
                <a:cs typeface="Rubik" pitchFamily="34" charset="-120"/>
              </a:rPr>
              <a:t>(1–5 mi)</a:t>
            </a:r>
            <a:endParaRPr lang="en-US" sz="1200" dirty="0"/>
          </a:p>
        </p:txBody>
      </p:sp>
      <p:sp>
        <p:nvSpPr>
          <p:cNvPr id="27" name="Text 18"/>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B9B0AE"/>
                </a:solidFill>
                <a:latin typeface="Rubik" pitchFamily="34" charset="0"/>
                <a:ea typeface="Rubik" pitchFamily="34" charset="-122"/>
                <a:cs typeface="Rubik" pitchFamily="34" charset="-120"/>
              </a:rPr>
              <a:t>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A1517"/>
        </a:solidFill>
        <a:effectLst/>
      </p:bgPr>
    </p:bg>
    <p:spTree>
      <p:nvGrpSpPr>
        <p:cNvPr id="1" name="">
          <a:extLst>
            <a:ext uri="{FF2B5EF4-FFF2-40B4-BE49-F238E27FC236}">
              <a16:creationId xmlns:a16="http://schemas.microsoft.com/office/drawing/2014/main" id="{B0E37CDC-26DC-5291-5F52-B485D030E1A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DAE9A920-3984-EF73-4D6D-6445A6E8B701}"/>
              </a:ext>
            </a:extLst>
          </p:cNvPr>
          <p:cNvSpPr>
            <a:spLocks noGrp="1"/>
          </p:cNvSpPr>
          <p:nvPr>
            <p:ph type="title"/>
          </p:nvPr>
        </p:nvSpPr>
        <p:spPr>
          <a:xfrm>
            <a:off x="812800" y="81280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kern="0" spc="50" dirty="0">
                <a:solidFill>
                  <a:srgbClr val="F5F1EE"/>
                </a:solidFill>
                <a:latin typeface="Oswald" pitchFamily="34" charset="0"/>
                <a:ea typeface="Oswald" pitchFamily="34" charset="-122"/>
                <a:cs typeface="Oswald" pitchFamily="34" charset="-120"/>
              </a:rPr>
              <a:t>HOW OPTION B FITS TOGETHER</a:t>
            </a:r>
            <a:endParaRPr lang="en-US" sz="3600" dirty="0"/>
          </a:p>
        </p:txBody>
      </p:sp>
      <p:sp>
        <p:nvSpPr>
          <p:cNvPr id="3" name="Text 1">
            <a:extLst>
              <a:ext uri="{FF2B5EF4-FFF2-40B4-BE49-F238E27FC236}">
                <a16:creationId xmlns:a16="http://schemas.microsoft.com/office/drawing/2014/main" id="{B1EF7052-E699-8D8A-8910-0F1D4440C08D}"/>
              </a:ext>
            </a:extLst>
          </p:cNvPr>
          <p:cNvSpPr/>
          <p:nvPr/>
        </p:nvSpPr>
        <p:spPr>
          <a:xfrm>
            <a:off x="812800" y="1417290"/>
            <a:ext cx="10883392"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B9B0AE"/>
                </a:solidFill>
                <a:latin typeface="Rubik" pitchFamily="34" charset="0"/>
                <a:ea typeface="Rubik" pitchFamily="34" charset="-122"/>
                <a:cs typeface="Rubik" pitchFamily="34" charset="-120"/>
              </a:rPr>
              <a:t>Same wiring as A; the FRS radio’s antenna is fixed, so the radio has to sit up high.</a:t>
            </a:r>
            <a:endParaRPr lang="en-US" sz="1600" dirty="0"/>
          </a:p>
        </p:txBody>
      </p:sp>
      <p:sp>
        <p:nvSpPr>
          <p:cNvPr id="4" name="Text 2">
            <a:extLst>
              <a:ext uri="{FF2B5EF4-FFF2-40B4-BE49-F238E27FC236}">
                <a16:creationId xmlns:a16="http://schemas.microsoft.com/office/drawing/2014/main" id="{A63ED396-4596-1DC7-DD81-38EEF8A5C152}"/>
              </a:ext>
            </a:extLst>
          </p:cNvPr>
          <p:cNvSpPr/>
          <p:nvPr/>
        </p:nvSpPr>
        <p:spPr>
          <a:xfrm>
            <a:off x="965200" y="1803350"/>
            <a:ext cx="6932930" cy="309860"/>
          </a:xfrm>
          <a:prstGeom prst="rect">
            <a:avLst/>
          </a:prstGeom>
          <a:noFill/>
          <a:ln/>
        </p:spPr>
        <p:txBody>
          <a:bodyPr wrap="square" lIns="0" tIns="0" rIns="0" bIns="0" rtlCol="0" anchor="t">
            <a:normAutofit/>
          </a:bodyPr>
          <a:lstStyle/>
          <a:p>
            <a:pPr marL="0" indent="0" algn="l">
              <a:lnSpc>
                <a:spcPts val="2240"/>
              </a:lnSpc>
              <a:buNone/>
            </a:pPr>
            <a:r>
              <a:rPr lang="en-US" sz="1600" kern="0" spc="150" dirty="0">
                <a:solidFill>
                  <a:srgbClr val="FF4D5A"/>
                </a:solidFill>
                <a:latin typeface="Oswald" pitchFamily="34" charset="0"/>
                <a:ea typeface="Oswald" pitchFamily="34" charset="-122"/>
                <a:cs typeface="Oswald" pitchFamily="34" charset="-120"/>
              </a:rPr>
              <a:t>IN THE CAR</a:t>
            </a:r>
            <a:endParaRPr lang="en-US" sz="1600" dirty="0"/>
          </a:p>
        </p:txBody>
      </p:sp>
      <p:sp>
        <p:nvSpPr>
          <p:cNvPr id="5" name="Shape 3">
            <a:extLst>
              <a:ext uri="{FF2B5EF4-FFF2-40B4-BE49-F238E27FC236}">
                <a16:creationId xmlns:a16="http://schemas.microsoft.com/office/drawing/2014/main" id="{3BD4A581-3B82-6BB7-3C9D-0C2677B60257}"/>
              </a:ext>
            </a:extLst>
          </p:cNvPr>
          <p:cNvSpPr/>
          <p:nvPr/>
        </p:nvSpPr>
        <p:spPr>
          <a:xfrm>
            <a:off x="965200" y="2108150"/>
            <a:ext cx="6731000" cy="19050"/>
          </a:xfrm>
          <a:prstGeom prst="rect">
            <a:avLst/>
          </a:prstGeom>
          <a:solidFill>
            <a:srgbClr val="3A3133"/>
          </a:solidFill>
          <a:ln/>
        </p:spPr>
        <p:txBody>
          <a:bodyPr/>
          <a:lstStyle/>
          <a:p>
            <a:endParaRPr lang="en-US"/>
          </a:p>
        </p:txBody>
      </p:sp>
      <p:sp>
        <p:nvSpPr>
          <p:cNvPr id="6" name="Text 4">
            <a:extLst>
              <a:ext uri="{FF2B5EF4-FFF2-40B4-BE49-F238E27FC236}">
                <a16:creationId xmlns:a16="http://schemas.microsoft.com/office/drawing/2014/main" id="{9BFE5852-6032-0543-E3C6-F2DD9326CA8C}"/>
              </a:ext>
            </a:extLst>
          </p:cNvPr>
          <p:cNvSpPr/>
          <p:nvPr/>
        </p:nvSpPr>
        <p:spPr>
          <a:xfrm>
            <a:off x="9474200" y="1803350"/>
            <a:ext cx="1701800" cy="309860"/>
          </a:xfrm>
          <a:prstGeom prst="rect">
            <a:avLst/>
          </a:prstGeom>
          <a:noFill/>
          <a:ln/>
        </p:spPr>
        <p:txBody>
          <a:bodyPr wrap="square" lIns="0" tIns="0" rIns="0" bIns="0" rtlCol="0" anchor="t">
            <a:normAutofit/>
          </a:bodyPr>
          <a:lstStyle/>
          <a:p>
            <a:pPr marL="0" indent="0" algn="l">
              <a:lnSpc>
                <a:spcPts val="2240"/>
              </a:lnSpc>
              <a:buNone/>
            </a:pPr>
            <a:r>
              <a:rPr lang="en-US" sz="1600" kern="0" spc="150" dirty="0">
                <a:solidFill>
                  <a:srgbClr val="FF4D5A"/>
                </a:solidFill>
                <a:latin typeface="Oswald" pitchFamily="34" charset="0"/>
                <a:ea typeface="Oswald" pitchFamily="34" charset="-122"/>
                <a:cs typeface="Oswald" pitchFamily="34" charset="-120"/>
              </a:rPr>
              <a:t>IN THE PIT</a:t>
            </a:r>
            <a:endParaRPr lang="en-US" sz="1600" dirty="0"/>
          </a:p>
        </p:txBody>
      </p:sp>
      <p:sp>
        <p:nvSpPr>
          <p:cNvPr id="7" name="Shape 5">
            <a:extLst>
              <a:ext uri="{FF2B5EF4-FFF2-40B4-BE49-F238E27FC236}">
                <a16:creationId xmlns:a16="http://schemas.microsoft.com/office/drawing/2014/main" id="{5268DDDA-B62C-75F7-4CD8-9F380F6EA289}"/>
              </a:ext>
            </a:extLst>
          </p:cNvPr>
          <p:cNvSpPr/>
          <p:nvPr/>
        </p:nvSpPr>
        <p:spPr>
          <a:xfrm>
            <a:off x="9474200" y="2108150"/>
            <a:ext cx="1651000" cy="19050"/>
          </a:xfrm>
          <a:prstGeom prst="rect">
            <a:avLst/>
          </a:prstGeom>
          <a:solidFill>
            <a:srgbClr val="3A3133"/>
          </a:solidFill>
          <a:ln/>
        </p:spPr>
        <p:txBody>
          <a:bodyPr/>
          <a:lstStyle/>
          <a:p>
            <a:endParaRPr lang="en-US"/>
          </a:p>
        </p:txBody>
      </p:sp>
      <p:sp>
        <p:nvSpPr>
          <p:cNvPr id="8" name="Text 6">
            <a:extLst>
              <a:ext uri="{FF2B5EF4-FFF2-40B4-BE49-F238E27FC236}">
                <a16:creationId xmlns:a16="http://schemas.microsoft.com/office/drawing/2014/main" id="{30D76DDB-1E65-3967-41C8-942A03E97D96}"/>
              </a:ext>
            </a:extLst>
          </p:cNvPr>
          <p:cNvSpPr/>
          <p:nvPr/>
        </p:nvSpPr>
        <p:spPr>
          <a:xfrm>
            <a:off x="971550" y="2254200"/>
            <a:ext cx="1638300" cy="805061"/>
          </a:xfrm>
          <a:prstGeom prst="roundRect">
            <a:avLst>
              <a:gd name="adj" fmla="val 8676"/>
            </a:avLst>
          </a:prstGeom>
          <a:solidFill>
            <a:srgbClr val="241E20"/>
          </a:solidFill>
          <a:ln w="12700">
            <a:solidFill>
              <a:srgbClr val="3A3133"/>
            </a:solidFill>
            <a:prstDash val="solid"/>
          </a:ln>
        </p:spPr>
        <p:txBody>
          <a:bodyPr wrap="square" lIns="100192" tIns="62092" rIns="49392" bIns="36692" rtlCol="0" anchor="t">
            <a:normAutofit/>
          </a:bodyPr>
          <a:lstStyle/>
          <a:p>
            <a:pPr marL="0" indent="0" algn="l">
              <a:lnSpc>
                <a:spcPts val="1680"/>
              </a:lnSpc>
              <a:buNone/>
            </a:pPr>
            <a:r>
              <a:rPr lang="en-US" sz="1200" b="1" dirty="0">
                <a:solidFill>
                  <a:srgbClr val="F5F1EE"/>
                </a:solidFill>
                <a:latin typeface="Rubik" pitchFamily="34" charset="0"/>
                <a:ea typeface="Rubik" pitchFamily="34" charset="-122"/>
                <a:cs typeface="Rubik" pitchFamily="34" charset="-120"/>
              </a:rPr>
              <a:t>Helmet kit</a:t>
            </a:r>
            <a:endParaRPr lang="en-US" sz="1200" dirty="0"/>
          </a:p>
          <a:p>
            <a:pPr marL="0" indent="0" algn="l">
              <a:lnSpc>
                <a:spcPts val="1680"/>
              </a:lnSpc>
              <a:buNone/>
            </a:pPr>
            <a:r>
              <a:rPr lang="en-US" sz="1200" dirty="0">
                <a:solidFill>
                  <a:srgbClr val="F5F1EE"/>
                </a:solidFill>
                <a:latin typeface="Rubik" pitchFamily="34" charset="0"/>
                <a:ea typeface="Rubik" pitchFamily="34" charset="-122"/>
                <a:cs typeface="Rubik" pitchFamily="34" charset="-120"/>
              </a:rPr>
              <a:t>Speakers + mic in the padding</a:t>
            </a:r>
            <a:endParaRPr lang="en-US" sz="1200" dirty="0"/>
          </a:p>
        </p:txBody>
      </p:sp>
      <p:sp>
        <p:nvSpPr>
          <p:cNvPr id="9" name="Text 7">
            <a:extLst>
              <a:ext uri="{FF2B5EF4-FFF2-40B4-BE49-F238E27FC236}">
                <a16:creationId xmlns:a16="http://schemas.microsoft.com/office/drawing/2014/main" id="{187B65E8-C33F-1C3B-A227-9F9BC8CC80AE}"/>
              </a:ext>
            </a:extLst>
          </p:cNvPr>
          <p:cNvSpPr/>
          <p:nvPr/>
        </p:nvSpPr>
        <p:spPr>
          <a:xfrm>
            <a:off x="3511550" y="2254200"/>
            <a:ext cx="1638300" cy="591741"/>
          </a:xfrm>
          <a:prstGeom prst="roundRect">
            <a:avLst>
              <a:gd name="adj" fmla="val 11804"/>
            </a:avLst>
          </a:prstGeom>
          <a:solidFill>
            <a:srgbClr val="241E20"/>
          </a:solidFill>
          <a:ln w="12700">
            <a:solidFill>
              <a:srgbClr val="3A3133"/>
            </a:solidFill>
            <a:prstDash val="solid"/>
          </a:ln>
        </p:spPr>
        <p:txBody>
          <a:bodyPr wrap="square" lIns="100192" tIns="62092" rIns="49392" bIns="36692" rtlCol="0" anchor="t">
            <a:normAutofit/>
          </a:bodyPr>
          <a:lstStyle/>
          <a:p>
            <a:pPr marL="0" indent="0" algn="l">
              <a:lnSpc>
                <a:spcPts val="1680"/>
              </a:lnSpc>
              <a:buNone/>
            </a:pPr>
            <a:r>
              <a:rPr lang="en-US" sz="1200" b="1" dirty="0">
                <a:solidFill>
                  <a:srgbClr val="F5F1EE"/>
                </a:solidFill>
                <a:latin typeface="Rubik" pitchFamily="34" charset="0"/>
                <a:ea typeface="Rubik" pitchFamily="34" charset="-122"/>
                <a:cs typeface="Rubik" pitchFamily="34" charset="-120"/>
              </a:rPr>
              <a:t>Car harness</a:t>
            </a:r>
            <a:endParaRPr lang="en-US" sz="1200" dirty="0"/>
          </a:p>
          <a:p>
            <a:pPr marL="0" indent="0" algn="l">
              <a:lnSpc>
                <a:spcPts val="1680"/>
              </a:lnSpc>
              <a:buNone/>
            </a:pPr>
            <a:r>
              <a:rPr lang="en-US" sz="1200" dirty="0">
                <a:solidFill>
                  <a:srgbClr val="F5F1EE"/>
                </a:solidFill>
                <a:latin typeface="Rubik" pitchFamily="34" charset="0"/>
                <a:ea typeface="Rubik" pitchFamily="34" charset="-122"/>
                <a:cs typeface="Rubik" pitchFamily="34" charset="-120"/>
              </a:rPr>
              <a:t>Rugged driver kit</a:t>
            </a:r>
            <a:endParaRPr lang="en-US" sz="1200" dirty="0"/>
          </a:p>
        </p:txBody>
      </p:sp>
      <p:sp>
        <p:nvSpPr>
          <p:cNvPr id="10" name="Text 8">
            <a:extLst>
              <a:ext uri="{FF2B5EF4-FFF2-40B4-BE49-F238E27FC236}">
                <a16:creationId xmlns:a16="http://schemas.microsoft.com/office/drawing/2014/main" id="{B86B820D-D2F0-BA90-ABB3-0CD3F90578C0}"/>
              </a:ext>
            </a:extLst>
          </p:cNvPr>
          <p:cNvSpPr/>
          <p:nvPr/>
        </p:nvSpPr>
        <p:spPr>
          <a:xfrm>
            <a:off x="6051550" y="2254200"/>
            <a:ext cx="1638300" cy="805061"/>
          </a:xfrm>
          <a:prstGeom prst="roundRect">
            <a:avLst>
              <a:gd name="adj" fmla="val 8676"/>
            </a:avLst>
          </a:prstGeom>
          <a:solidFill>
            <a:srgbClr val="241E20"/>
          </a:solidFill>
          <a:ln w="12700">
            <a:solidFill>
              <a:srgbClr val="3A3133"/>
            </a:solidFill>
            <a:prstDash val="solid"/>
          </a:ln>
        </p:spPr>
        <p:txBody>
          <a:bodyPr wrap="square" lIns="100192" tIns="62092" rIns="49392" bIns="36692" rtlCol="0" anchor="t">
            <a:normAutofit/>
          </a:bodyPr>
          <a:lstStyle/>
          <a:p>
            <a:pPr marL="0" indent="0" algn="l">
              <a:lnSpc>
                <a:spcPts val="1680"/>
              </a:lnSpc>
              <a:buNone/>
            </a:pPr>
            <a:r>
              <a:rPr lang="en-US" sz="1200" b="1" dirty="0">
                <a:solidFill>
                  <a:srgbClr val="F5F1EE"/>
                </a:solidFill>
                <a:latin typeface="Rubik" pitchFamily="34" charset="0"/>
                <a:ea typeface="Rubik" pitchFamily="34" charset="-122"/>
                <a:cs typeface="Rubik" pitchFamily="34" charset="-120"/>
              </a:rPr>
              <a:t>Radio jumper</a:t>
            </a:r>
            <a:endParaRPr lang="en-US" sz="1200" dirty="0"/>
          </a:p>
          <a:p>
            <a:pPr marL="0" indent="0" algn="l">
              <a:lnSpc>
                <a:spcPts val="1680"/>
              </a:lnSpc>
              <a:buNone/>
            </a:pPr>
            <a:r>
              <a:rPr lang="en-US" sz="1200" dirty="0">
                <a:solidFill>
                  <a:srgbClr val="F5F1EE"/>
                </a:solidFill>
                <a:latin typeface="Rubik" pitchFamily="34" charset="0"/>
                <a:ea typeface="Rubik" pitchFamily="34" charset="-122"/>
                <a:cs typeface="Rubik" pitchFamily="34" charset="-120"/>
              </a:rPr>
              <a:t>Kenwood 2-pin plug</a:t>
            </a:r>
            <a:endParaRPr lang="en-US" sz="1200" dirty="0"/>
          </a:p>
        </p:txBody>
      </p:sp>
      <p:sp>
        <p:nvSpPr>
          <p:cNvPr id="11" name="Text 9">
            <a:extLst>
              <a:ext uri="{FF2B5EF4-FFF2-40B4-BE49-F238E27FC236}">
                <a16:creationId xmlns:a16="http://schemas.microsoft.com/office/drawing/2014/main" id="{4D541D72-C350-228D-A9B1-9A252309EF2D}"/>
              </a:ext>
            </a:extLst>
          </p:cNvPr>
          <p:cNvSpPr/>
          <p:nvPr/>
        </p:nvSpPr>
        <p:spPr>
          <a:xfrm>
            <a:off x="3511550" y="3651200"/>
            <a:ext cx="1638300" cy="591741"/>
          </a:xfrm>
          <a:prstGeom prst="roundRect">
            <a:avLst>
              <a:gd name="adj" fmla="val 11804"/>
            </a:avLst>
          </a:prstGeom>
          <a:solidFill>
            <a:srgbClr val="241E20"/>
          </a:solidFill>
          <a:ln w="12700">
            <a:solidFill>
              <a:srgbClr val="3A3133"/>
            </a:solidFill>
            <a:prstDash val="solid"/>
          </a:ln>
        </p:spPr>
        <p:txBody>
          <a:bodyPr wrap="square" lIns="100192" tIns="62092" rIns="49392" bIns="36692" rtlCol="0" anchor="t">
            <a:normAutofit/>
          </a:bodyPr>
          <a:lstStyle/>
          <a:p>
            <a:pPr marL="0" indent="0" algn="l">
              <a:lnSpc>
                <a:spcPts val="1680"/>
              </a:lnSpc>
              <a:buNone/>
            </a:pPr>
            <a:r>
              <a:rPr lang="en-US" sz="1200" b="1" dirty="0">
                <a:solidFill>
                  <a:srgbClr val="F5F1EE"/>
                </a:solidFill>
                <a:latin typeface="Rubik" pitchFamily="34" charset="0"/>
                <a:ea typeface="Rubik" pitchFamily="34" charset="-122"/>
                <a:cs typeface="Rubik" pitchFamily="34" charset="-120"/>
              </a:rPr>
              <a:t>PTT button</a:t>
            </a:r>
            <a:endParaRPr lang="en-US" sz="1200" dirty="0"/>
          </a:p>
          <a:p>
            <a:pPr marL="0" indent="0" algn="l">
              <a:lnSpc>
                <a:spcPts val="1680"/>
              </a:lnSpc>
              <a:buNone/>
            </a:pPr>
            <a:r>
              <a:rPr lang="en-US" sz="1200" dirty="0">
                <a:solidFill>
                  <a:srgbClr val="F5F1EE"/>
                </a:solidFill>
                <a:latin typeface="Rubik" pitchFamily="34" charset="0"/>
                <a:ea typeface="Rubik" pitchFamily="34" charset="-122"/>
                <a:cs typeface="Rubik" pitchFamily="34" charset="-120"/>
              </a:rPr>
              <a:t>Velcro on the wheel</a:t>
            </a:r>
            <a:endParaRPr lang="en-US" sz="1200" dirty="0"/>
          </a:p>
        </p:txBody>
      </p:sp>
      <p:sp>
        <p:nvSpPr>
          <p:cNvPr id="12" name="Text 10">
            <a:extLst>
              <a:ext uri="{FF2B5EF4-FFF2-40B4-BE49-F238E27FC236}">
                <a16:creationId xmlns:a16="http://schemas.microsoft.com/office/drawing/2014/main" id="{15134687-DF79-DA2C-017A-0F7926621660}"/>
              </a:ext>
            </a:extLst>
          </p:cNvPr>
          <p:cNvSpPr/>
          <p:nvPr/>
        </p:nvSpPr>
        <p:spPr>
          <a:xfrm>
            <a:off x="6051550" y="3651200"/>
            <a:ext cx="1638300" cy="805061"/>
          </a:xfrm>
          <a:prstGeom prst="roundRect">
            <a:avLst>
              <a:gd name="adj" fmla="val 8676"/>
            </a:avLst>
          </a:prstGeom>
          <a:solidFill>
            <a:srgbClr val="241E20"/>
          </a:solidFill>
          <a:ln w="12700">
            <a:solidFill>
              <a:srgbClr val="FF4D5A"/>
            </a:solidFill>
            <a:prstDash val="solid"/>
          </a:ln>
        </p:spPr>
        <p:txBody>
          <a:bodyPr wrap="square" lIns="100192" tIns="62092" rIns="49392" bIns="36692" rtlCol="0" anchor="t">
            <a:normAutofit/>
          </a:bodyPr>
          <a:lstStyle/>
          <a:p>
            <a:pPr marL="0" indent="0" algn="l">
              <a:lnSpc>
                <a:spcPts val="1680"/>
              </a:lnSpc>
              <a:buNone/>
            </a:pPr>
            <a:r>
              <a:rPr lang="en-US" sz="1200" b="1" dirty="0">
                <a:solidFill>
                  <a:srgbClr val="F5F1EE"/>
                </a:solidFill>
                <a:latin typeface="Rubik" pitchFamily="34" charset="0"/>
                <a:ea typeface="Rubik" pitchFamily="34" charset="-122"/>
                <a:cs typeface="Rubik" pitchFamily="34" charset="-120"/>
              </a:rPr>
              <a:t>BTECH FRS radio</a:t>
            </a:r>
            <a:endParaRPr lang="en-US" sz="1200" dirty="0"/>
          </a:p>
          <a:p>
            <a:pPr marL="0" indent="0" algn="l">
              <a:lnSpc>
                <a:spcPts val="1680"/>
              </a:lnSpc>
              <a:buNone/>
            </a:pPr>
            <a:r>
              <a:rPr lang="en-US" sz="1200" dirty="0">
                <a:solidFill>
                  <a:srgbClr val="F5F1EE"/>
                </a:solidFill>
                <a:latin typeface="Rubik" pitchFamily="34" charset="0"/>
                <a:ea typeface="Rubik" pitchFamily="34" charset="-122"/>
                <a:cs typeface="Rubik" pitchFamily="34" charset="-120"/>
              </a:rPr>
              <a:t>Mounted high, clear view</a:t>
            </a:r>
            <a:endParaRPr lang="en-US" sz="1200" dirty="0"/>
          </a:p>
        </p:txBody>
      </p:sp>
      <p:sp>
        <p:nvSpPr>
          <p:cNvPr id="14" name="Text 12">
            <a:extLst>
              <a:ext uri="{FF2B5EF4-FFF2-40B4-BE49-F238E27FC236}">
                <a16:creationId xmlns:a16="http://schemas.microsoft.com/office/drawing/2014/main" id="{930B654E-C220-C9A6-893E-D2049C531AAF}"/>
              </a:ext>
            </a:extLst>
          </p:cNvPr>
          <p:cNvSpPr/>
          <p:nvPr/>
        </p:nvSpPr>
        <p:spPr>
          <a:xfrm>
            <a:off x="9480550" y="3651200"/>
            <a:ext cx="1638300" cy="805061"/>
          </a:xfrm>
          <a:prstGeom prst="roundRect">
            <a:avLst>
              <a:gd name="adj" fmla="val 11804"/>
            </a:avLst>
          </a:prstGeom>
          <a:solidFill>
            <a:srgbClr val="241E20"/>
          </a:solidFill>
          <a:ln w="12700">
            <a:solidFill>
              <a:srgbClr val="FF4D5A"/>
            </a:solidFill>
            <a:prstDash val="solid"/>
          </a:ln>
        </p:spPr>
        <p:txBody>
          <a:bodyPr wrap="square" lIns="100192" tIns="62092" rIns="49392" bIns="36692" rtlCol="0" anchor="t">
            <a:normAutofit/>
          </a:bodyPr>
          <a:lstStyle/>
          <a:p>
            <a:pPr marL="0" indent="0" algn="l">
              <a:lnSpc>
                <a:spcPts val="1680"/>
              </a:lnSpc>
              <a:buNone/>
            </a:pPr>
            <a:r>
              <a:rPr lang="en-US" sz="1200" b="1" dirty="0">
                <a:solidFill>
                  <a:srgbClr val="F5F1EE"/>
                </a:solidFill>
                <a:latin typeface="Rubik" pitchFamily="34" charset="0"/>
                <a:ea typeface="Rubik" pitchFamily="34" charset="-122"/>
                <a:cs typeface="Rubik" pitchFamily="34" charset="-120"/>
              </a:rPr>
              <a:t>BTECH FRS radio</a:t>
            </a:r>
            <a:endParaRPr lang="en-US" sz="1200" dirty="0"/>
          </a:p>
          <a:p>
            <a:pPr marL="0" indent="0" algn="l">
              <a:lnSpc>
                <a:spcPts val="1680"/>
              </a:lnSpc>
              <a:buNone/>
            </a:pPr>
            <a:r>
              <a:rPr lang="en-US" sz="1200" dirty="0">
                <a:solidFill>
                  <a:srgbClr val="F5F1EE"/>
                </a:solidFill>
                <a:latin typeface="Rubik" pitchFamily="34" charset="0"/>
                <a:ea typeface="Rubik" pitchFamily="34" charset="-122"/>
                <a:cs typeface="Rubik" pitchFamily="34" charset="-120"/>
              </a:rPr>
              <a:t>Pit radio</a:t>
            </a:r>
            <a:endParaRPr lang="en-US" sz="1200" dirty="0"/>
          </a:p>
        </p:txBody>
      </p:sp>
      <p:sp>
        <p:nvSpPr>
          <p:cNvPr id="15" name="Text 13">
            <a:extLst>
              <a:ext uri="{FF2B5EF4-FFF2-40B4-BE49-F238E27FC236}">
                <a16:creationId xmlns:a16="http://schemas.microsoft.com/office/drawing/2014/main" id="{5A5E2BBB-8045-B0E0-9E8E-E980E946E2D3}"/>
              </a:ext>
            </a:extLst>
          </p:cNvPr>
          <p:cNvSpPr/>
          <p:nvPr/>
        </p:nvSpPr>
        <p:spPr>
          <a:xfrm>
            <a:off x="9480550" y="4921200"/>
            <a:ext cx="1638300" cy="805061"/>
          </a:xfrm>
          <a:prstGeom prst="roundRect">
            <a:avLst>
              <a:gd name="adj" fmla="val 11804"/>
            </a:avLst>
          </a:prstGeom>
          <a:solidFill>
            <a:srgbClr val="241E20"/>
          </a:solidFill>
          <a:ln w="12700">
            <a:solidFill>
              <a:srgbClr val="3A3133"/>
            </a:solidFill>
            <a:prstDash val="solid"/>
          </a:ln>
        </p:spPr>
        <p:txBody>
          <a:bodyPr wrap="square" lIns="100192" tIns="62092" rIns="49392" bIns="36692" rtlCol="0" anchor="t">
            <a:normAutofit/>
          </a:bodyPr>
          <a:lstStyle/>
          <a:p>
            <a:pPr marL="0" indent="0" algn="l">
              <a:lnSpc>
                <a:spcPts val="1680"/>
              </a:lnSpc>
              <a:buNone/>
            </a:pPr>
            <a:r>
              <a:rPr lang="en-US" sz="1200" b="1" dirty="0">
                <a:solidFill>
                  <a:srgbClr val="F5F1EE"/>
                </a:solidFill>
                <a:latin typeface="Rubik" pitchFamily="34" charset="0"/>
                <a:ea typeface="Rubik" pitchFamily="34" charset="-122"/>
                <a:cs typeface="Rubik" pitchFamily="34" charset="-120"/>
              </a:rPr>
              <a:t>Crew headset</a:t>
            </a:r>
            <a:endParaRPr lang="en-US" sz="1200" dirty="0"/>
          </a:p>
          <a:p>
            <a:pPr marL="0" indent="0" algn="l">
              <a:lnSpc>
                <a:spcPts val="1680"/>
              </a:lnSpc>
              <a:buNone/>
            </a:pPr>
            <a:r>
              <a:rPr lang="en-US" sz="1200" dirty="0">
                <a:solidFill>
                  <a:srgbClr val="F5F1EE"/>
                </a:solidFill>
                <a:latin typeface="Rubik" pitchFamily="34" charset="0"/>
                <a:ea typeface="Rubik" pitchFamily="34" charset="-122"/>
                <a:cs typeface="Rubik" pitchFamily="34" charset="-120"/>
              </a:rPr>
              <a:t>2-pin, with PTT</a:t>
            </a:r>
            <a:endParaRPr lang="en-US" sz="1200" dirty="0"/>
          </a:p>
        </p:txBody>
      </p:sp>
      <p:sp>
        <p:nvSpPr>
          <p:cNvPr id="16" name="Text 14">
            <a:extLst>
              <a:ext uri="{FF2B5EF4-FFF2-40B4-BE49-F238E27FC236}">
                <a16:creationId xmlns:a16="http://schemas.microsoft.com/office/drawing/2014/main" id="{6F03D718-3F1E-B48E-67D9-AF1C53C81920}"/>
              </a:ext>
            </a:extLst>
          </p:cNvPr>
          <p:cNvSpPr/>
          <p:nvPr/>
        </p:nvSpPr>
        <p:spPr>
          <a:xfrm>
            <a:off x="971550" y="3651200"/>
            <a:ext cx="2273300" cy="1119981"/>
          </a:xfrm>
          <a:prstGeom prst="roundRect">
            <a:avLst>
              <a:gd name="adj" fmla="val 6237"/>
            </a:avLst>
          </a:prstGeom>
          <a:solidFill>
            <a:srgbClr val="121012"/>
          </a:solidFill>
          <a:ln w="12700">
            <a:solidFill>
              <a:srgbClr val="FF4D5A"/>
            </a:solidFill>
            <a:prstDash val="dash"/>
          </a:ln>
        </p:spPr>
        <p:txBody>
          <a:bodyPr wrap="square" lIns="138292" tIns="112892" rIns="79618" bIns="87492" rtlCol="0" anchor="t">
            <a:normAutofit/>
          </a:bodyPr>
          <a:lstStyle/>
          <a:p>
            <a:pPr marL="0" indent="0" algn="l">
              <a:lnSpc>
                <a:spcPts val="1680"/>
              </a:lnSpc>
              <a:buNone/>
            </a:pPr>
            <a:r>
              <a:rPr lang="en-US" sz="1200" b="1" dirty="0">
                <a:solidFill>
                  <a:srgbClr val="FF4D5A"/>
                </a:solidFill>
                <a:latin typeface="Rubik" pitchFamily="34" charset="0"/>
                <a:ea typeface="Rubik" pitchFamily="34" charset="-122"/>
                <a:cs typeface="Rubik" pitchFamily="34" charset="-120"/>
              </a:rPr>
              <a:t>RULES COVERED</a:t>
            </a:r>
            <a:endParaRPr lang="en-US" sz="1200" dirty="0"/>
          </a:p>
          <a:p>
            <a:pPr marL="0" indent="0" algn="l">
              <a:lnSpc>
                <a:spcPts val="1680"/>
              </a:lnSpc>
              <a:buNone/>
            </a:pPr>
            <a:r>
              <a:rPr lang="en-US" sz="1200" dirty="0">
                <a:solidFill>
                  <a:srgbClr val="B9B0AE"/>
                </a:solidFill>
                <a:latin typeface="Rubik" pitchFamily="34" charset="0"/>
                <a:ea typeface="Rubik" pitchFamily="34" charset="-122"/>
                <a:cs typeface="Rubik" pitchFamily="34" charset="-120"/>
              </a:rPr>
              <a:t>Helmet B.5.1 · Egress Tech B.8.1 · Refuel D.8.3.7.2 · Battery B.10.1.1.7</a:t>
            </a:r>
            <a:endParaRPr lang="en-US" sz="1200" dirty="0"/>
          </a:p>
        </p:txBody>
      </p:sp>
      <p:pic>
        <p:nvPicPr>
          <p:cNvPr id="17" name="Image 0" descr="connector">
            <a:extLst>
              <a:ext uri="{FF2B5EF4-FFF2-40B4-BE49-F238E27FC236}">
                <a16:creationId xmlns:a16="http://schemas.microsoft.com/office/drawing/2014/main" id="{6A2084BC-3FED-3904-07F8-0F2B18439459}"/>
              </a:ext>
            </a:extLst>
          </p:cNvPr>
          <p:cNvPicPr>
            <a:picLocks noChangeAspect="1"/>
          </p:cNvPicPr>
          <p:nvPr/>
        </p:nvPicPr>
        <p:blipFill>
          <a:blip r:embed="rId3"/>
          <a:srcRect/>
          <a:stretch/>
        </p:blipFill>
        <p:spPr>
          <a:xfrm>
            <a:off x="2565400" y="2609800"/>
            <a:ext cx="990600" cy="101600"/>
          </a:xfrm>
          <a:prstGeom prst="rect">
            <a:avLst/>
          </a:prstGeom>
        </p:spPr>
      </p:pic>
      <p:pic>
        <p:nvPicPr>
          <p:cNvPr id="18" name="Image 1" descr="connector">
            <a:extLst>
              <a:ext uri="{FF2B5EF4-FFF2-40B4-BE49-F238E27FC236}">
                <a16:creationId xmlns:a16="http://schemas.microsoft.com/office/drawing/2014/main" id="{45595060-2AA5-DBFD-D1F6-6498A3B4FBD3}"/>
              </a:ext>
            </a:extLst>
          </p:cNvPr>
          <p:cNvPicPr>
            <a:picLocks noChangeAspect="1"/>
          </p:cNvPicPr>
          <p:nvPr/>
        </p:nvPicPr>
        <p:blipFill>
          <a:blip r:embed="rId3"/>
          <a:srcRect/>
          <a:stretch/>
        </p:blipFill>
        <p:spPr>
          <a:xfrm>
            <a:off x="5105400" y="2609800"/>
            <a:ext cx="990600" cy="101600"/>
          </a:xfrm>
          <a:prstGeom prst="rect">
            <a:avLst/>
          </a:prstGeom>
        </p:spPr>
      </p:pic>
      <p:pic>
        <p:nvPicPr>
          <p:cNvPr id="19" name="Image 2" descr="connector">
            <a:extLst>
              <a:ext uri="{FF2B5EF4-FFF2-40B4-BE49-F238E27FC236}">
                <a16:creationId xmlns:a16="http://schemas.microsoft.com/office/drawing/2014/main" id="{12F7CAA1-734D-0815-2175-42F745CA3BFF}"/>
              </a:ext>
            </a:extLst>
          </p:cNvPr>
          <p:cNvPicPr>
            <a:picLocks noChangeAspect="1"/>
          </p:cNvPicPr>
          <p:nvPr/>
        </p:nvPicPr>
        <p:blipFill>
          <a:blip r:embed="rId4"/>
          <a:srcRect/>
          <a:stretch/>
        </p:blipFill>
        <p:spPr>
          <a:xfrm>
            <a:off x="4279900" y="3022550"/>
            <a:ext cx="101600" cy="673100"/>
          </a:xfrm>
          <a:prstGeom prst="rect">
            <a:avLst/>
          </a:prstGeom>
        </p:spPr>
      </p:pic>
      <p:pic>
        <p:nvPicPr>
          <p:cNvPr id="20" name="Image 3" descr="connector">
            <a:extLst>
              <a:ext uri="{FF2B5EF4-FFF2-40B4-BE49-F238E27FC236}">
                <a16:creationId xmlns:a16="http://schemas.microsoft.com/office/drawing/2014/main" id="{6F8D508F-26E9-CF12-D461-D6805FB2E4E4}"/>
              </a:ext>
            </a:extLst>
          </p:cNvPr>
          <p:cNvPicPr>
            <a:picLocks noChangeAspect="1"/>
          </p:cNvPicPr>
          <p:nvPr/>
        </p:nvPicPr>
        <p:blipFill>
          <a:blip r:embed="rId5"/>
          <a:srcRect/>
          <a:stretch/>
        </p:blipFill>
        <p:spPr>
          <a:xfrm>
            <a:off x="6819900" y="3022550"/>
            <a:ext cx="101600" cy="673100"/>
          </a:xfrm>
          <a:prstGeom prst="rect">
            <a:avLst/>
          </a:prstGeom>
        </p:spPr>
      </p:pic>
      <p:pic>
        <p:nvPicPr>
          <p:cNvPr id="22" name="Image 5" descr="connector">
            <a:extLst>
              <a:ext uri="{FF2B5EF4-FFF2-40B4-BE49-F238E27FC236}">
                <a16:creationId xmlns:a16="http://schemas.microsoft.com/office/drawing/2014/main" id="{7431C912-83B4-0121-E349-E94301FDA6B1}"/>
              </a:ext>
            </a:extLst>
          </p:cNvPr>
          <p:cNvPicPr>
            <a:picLocks noChangeAspect="1"/>
          </p:cNvPicPr>
          <p:nvPr/>
        </p:nvPicPr>
        <p:blipFill>
          <a:blip r:embed="rId6"/>
          <a:srcRect/>
          <a:stretch/>
        </p:blipFill>
        <p:spPr>
          <a:xfrm>
            <a:off x="10248900" y="4419550"/>
            <a:ext cx="101600" cy="546100"/>
          </a:xfrm>
          <a:prstGeom prst="rect">
            <a:avLst/>
          </a:prstGeom>
        </p:spPr>
      </p:pic>
      <p:pic>
        <p:nvPicPr>
          <p:cNvPr id="23" name="Image 6" descr="connector">
            <a:extLst>
              <a:ext uri="{FF2B5EF4-FFF2-40B4-BE49-F238E27FC236}">
                <a16:creationId xmlns:a16="http://schemas.microsoft.com/office/drawing/2014/main" id="{7C78F57A-2A50-E7AF-3826-AD99DAC73DC8}"/>
              </a:ext>
            </a:extLst>
          </p:cNvPr>
          <p:cNvPicPr>
            <a:picLocks noChangeAspect="1"/>
          </p:cNvPicPr>
          <p:nvPr/>
        </p:nvPicPr>
        <p:blipFill>
          <a:blip r:embed="rId7"/>
          <a:srcRect/>
          <a:stretch/>
        </p:blipFill>
        <p:spPr>
          <a:xfrm>
            <a:off x="7632700" y="3886200"/>
            <a:ext cx="1905000" cy="127000"/>
          </a:xfrm>
          <a:prstGeom prst="rect">
            <a:avLst/>
          </a:prstGeom>
        </p:spPr>
      </p:pic>
      <p:sp>
        <p:nvSpPr>
          <p:cNvPr id="24" name="Text 15">
            <a:extLst>
              <a:ext uri="{FF2B5EF4-FFF2-40B4-BE49-F238E27FC236}">
                <a16:creationId xmlns:a16="http://schemas.microsoft.com/office/drawing/2014/main" id="{E59C4E7B-2928-276D-A88C-D997B1DBDD93}"/>
              </a:ext>
            </a:extLst>
          </p:cNvPr>
          <p:cNvSpPr/>
          <p:nvPr/>
        </p:nvSpPr>
        <p:spPr>
          <a:xfrm>
            <a:off x="2641600" y="2711400"/>
            <a:ext cx="838200" cy="665361"/>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B9B0AE"/>
                </a:solidFill>
                <a:latin typeface="Rubik" pitchFamily="34" charset="0"/>
                <a:ea typeface="Rubik" pitchFamily="34" charset="-122"/>
                <a:cs typeface="Rubik" pitchFamily="34" charset="-120"/>
              </a:rPr>
              <a:t>Quick release cord</a:t>
            </a:r>
            <a:endParaRPr lang="en-US" sz="1200" dirty="0"/>
          </a:p>
        </p:txBody>
      </p:sp>
      <p:sp>
        <p:nvSpPr>
          <p:cNvPr id="26" name="Text 17">
            <a:extLst>
              <a:ext uri="{FF2B5EF4-FFF2-40B4-BE49-F238E27FC236}">
                <a16:creationId xmlns:a16="http://schemas.microsoft.com/office/drawing/2014/main" id="{8354C72B-83A7-4421-5185-ACCA0CECB273}"/>
              </a:ext>
            </a:extLst>
          </p:cNvPr>
          <p:cNvSpPr/>
          <p:nvPr/>
        </p:nvSpPr>
        <p:spPr>
          <a:xfrm>
            <a:off x="7772400" y="3190875"/>
            <a:ext cx="1625600" cy="665361"/>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FF4D5A"/>
                </a:solidFill>
                <a:latin typeface="Rubik" pitchFamily="34" charset="0"/>
                <a:ea typeface="Rubik" pitchFamily="34" charset="-122"/>
                <a:cs typeface="Rubik" pitchFamily="34" charset="-120"/>
              </a:rPr>
              <a:t>FRS link · 2 W</a:t>
            </a:r>
            <a:endParaRPr lang="en-US" sz="1200" dirty="0"/>
          </a:p>
          <a:p>
            <a:pPr marL="0" indent="0" algn="ctr">
              <a:lnSpc>
                <a:spcPts val="1680"/>
              </a:lnSpc>
              <a:buNone/>
            </a:pPr>
            <a:r>
              <a:rPr lang="en-US" sz="1200" b="1" dirty="0">
                <a:solidFill>
                  <a:srgbClr val="F5F1EE"/>
                </a:solidFill>
                <a:latin typeface="Rubik" pitchFamily="34" charset="0"/>
                <a:ea typeface="Rubik" pitchFamily="34" charset="-122"/>
                <a:cs typeface="Rubik" pitchFamily="34" charset="-120"/>
              </a:rPr>
              <a:t>Est. 2.4–4.8 km</a:t>
            </a:r>
            <a:endParaRPr lang="en-US" sz="1200" dirty="0"/>
          </a:p>
          <a:p>
            <a:pPr marL="0" indent="0" algn="ctr">
              <a:lnSpc>
                <a:spcPts val="1680"/>
              </a:lnSpc>
              <a:buNone/>
            </a:pPr>
            <a:r>
              <a:rPr lang="en-US" sz="1200" dirty="0">
                <a:solidFill>
                  <a:srgbClr val="FF4D5A"/>
                </a:solidFill>
                <a:latin typeface="Rubik" pitchFamily="34" charset="0"/>
                <a:ea typeface="Rubik" pitchFamily="34" charset="-122"/>
                <a:cs typeface="Rubik" pitchFamily="34" charset="-120"/>
              </a:rPr>
              <a:t>(1.5–3 mi)</a:t>
            </a:r>
            <a:endParaRPr lang="en-US" sz="1200" dirty="0"/>
          </a:p>
        </p:txBody>
      </p:sp>
      <p:sp>
        <p:nvSpPr>
          <p:cNvPr id="27" name="Text 18">
            <a:extLst>
              <a:ext uri="{FF2B5EF4-FFF2-40B4-BE49-F238E27FC236}">
                <a16:creationId xmlns:a16="http://schemas.microsoft.com/office/drawing/2014/main" id="{10F1C8F7-BDF8-BDB6-8E4F-C24FCA152059}"/>
              </a:ext>
            </a:extLst>
          </p:cNvPr>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B9B0AE"/>
                </a:solidFill>
                <a:latin typeface="Rubik" pitchFamily="34" charset="0"/>
                <a:ea typeface="Rubik" pitchFamily="34" charset="-122"/>
                <a:cs typeface="Rubik" pitchFamily="34" charset="-120"/>
              </a:rPr>
              <a:t>07</a:t>
            </a:r>
            <a:endParaRPr lang="en-US" sz="1200" dirty="0"/>
          </a:p>
        </p:txBody>
      </p:sp>
    </p:spTree>
    <p:extLst>
      <p:ext uri="{BB962C8B-B14F-4D97-AF65-F5344CB8AC3E}">
        <p14:creationId xmlns:p14="http://schemas.microsoft.com/office/powerpoint/2010/main" val="22593076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A1517"/>
        </a:solidFill>
        <a:effectLst/>
      </p:bgPr>
    </p:bg>
    <p:spTree>
      <p:nvGrpSpPr>
        <p:cNvPr id="1" name="">
          <a:extLst>
            <a:ext uri="{FF2B5EF4-FFF2-40B4-BE49-F238E27FC236}">
              <a16:creationId xmlns:a16="http://schemas.microsoft.com/office/drawing/2014/main" id="{1B6D0375-3C55-7DBD-EFE8-0CB857C6D630}"/>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18463A4-F550-E8EB-B2C9-DFD6B0CF5C03}"/>
              </a:ext>
            </a:extLst>
          </p:cNvPr>
          <p:cNvSpPr>
            <a:spLocks noGrp="1"/>
          </p:cNvSpPr>
          <p:nvPr>
            <p:ph type="title"/>
          </p:nvPr>
        </p:nvSpPr>
        <p:spPr>
          <a:xfrm>
            <a:off x="812800" y="81280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kern="0" spc="50" dirty="0">
                <a:solidFill>
                  <a:srgbClr val="F5F1EE"/>
                </a:solidFill>
                <a:latin typeface="Oswald" pitchFamily="34" charset="0"/>
                <a:ea typeface="Oswald" pitchFamily="34" charset="-122"/>
                <a:cs typeface="Oswald" pitchFamily="34" charset="-120"/>
              </a:rPr>
              <a:t>HOW OPTION C FITS TOGETHER</a:t>
            </a:r>
            <a:endParaRPr lang="en-US" sz="3600" dirty="0"/>
          </a:p>
        </p:txBody>
      </p:sp>
      <p:sp>
        <p:nvSpPr>
          <p:cNvPr id="3" name="Text 1">
            <a:extLst>
              <a:ext uri="{FF2B5EF4-FFF2-40B4-BE49-F238E27FC236}">
                <a16:creationId xmlns:a16="http://schemas.microsoft.com/office/drawing/2014/main" id="{97F7F09D-5815-2F89-FAB6-4CFE2992D4CE}"/>
              </a:ext>
            </a:extLst>
          </p:cNvPr>
          <p:cNvSpPr/>
          <p:nvPr/>
        </p:nvSpPr>
        <p:spPr>
          <a:xfrm>
            <a:off x="812800" y="1417290"/>
            <a:ext cx="10883392"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B9B0AE"/>
                </a:solidFill>
                <a:latin typeface="Rubik" pitchFamily="34" charset="0"/>
                <a:ea typeface="Rubik" pitchFamily="34" charset="-122"/>
                <a:cs typeface="Rubik" pitchFamily="34" charset="-120"/>
              </a:rPr>
              <a:t>Wireless helmet units; nothing is wired into the car.</a:t>
            </a:r>
            <a:endParaRPr lang="en-US" sz="1600" dirty="0"/>
          </a:p>
        </p:txBody>
      </p:sp>
      <p:sp>
        <p:nvSpPr>
          <p:cNvPr id="4" name="Text 2">
            <a:extLst>
              <a:ext uri="{FF2B5EF4-FFF2-40B4-BE49-F238E27FC236}">
                <a16:creationId xmlns:a16="http://schemas.microsoft.com/office/drawing/2014/main" id="{37E19C89-6FE0-CED7-F382-3145FB6AB148}"/>
              </a:ext>
            </a:extLst>
          </p:cNvPr>
          <p:cNvSpPr/>
          <p:nvPr/>
        </p:nvSpPr>
        <p:spPr>
          <a:xfrm>
            <a:off x="965200" y="1803350"/>
            <a:ext cx="6932930" cy="309860"/>
          </a:xfrm>
          <a:prstGeom prst="rect">
            <a:avLst/>
          </a:prstGeom>
          <a:noFill/>
          <a:ln/>
        </p:spPr>
        <p:txBody>
          <a:bodyPr wrap="square" lIns="0" tIns="0" rIns="0" bIns="0" rtlCol="0" anchor="t">
            <a:normAutofit/>
          </a:bodyPr>
          <a:lstStyle/>
          <a:p>
            <a:pPr marL="0" indent="0" algn="l">
              <a:lnSpc>
                <a:spcPts val="2240"/>
              </a:lnSpc>
              <a:buNone/>
            </a:pPr>
            <a:r>
              <a:rPr lang="en-US" sz="1600" kern="0" spc="150" dirty="0">
                <a:solidFill>
                  <a:srgbClr val="FF4D5A"/>
                </a:solidFill>
                <a:latin typeface="Oswald" pitchFamily="34" charset="0"/>
                <a:ea typeface="Oswald" pitchFamily="34" charset="-122"/>
                <a:cs typeface="Oswald" pitchFamily="34" charset="-120"/>
              </a:rPr>
              <a:t>ON THE DRIVER</a:t>
            </a:r>
            <a:endParaRPr lang="en-US" sz="1600" dirty="0"/>
          </a:p>
        </p:txBody>
      </p:sp>
      <p:sp>
        <p:nvSpPr>
          <p:cNvPr id="5" name="Shape 3">
            <a:extLst>
              <a:ext uri="{FF2B5EF4-FFF2-40B4-BE49-F238E27FC236}">
                <a16:creationId xmlns:a16="http://schemas.microsoft.com/office/drawing/2014/main" id="{D454F58C-6AA7-0B2D-14C6-E75AAF16A1E0}"/>
              </a:ext>
            </a:extLst>
          </p:cNvPr>
          <p:cNvSpPr/>
          <p:nvPr/>
        </p:nvSpPr>
        <p:spPr>
          <a:xfrm>
            <a:off x="965200" y="2108150"/>
            <a:ext cx="6731000" cy="19050"/>
          </a:xfrm>
          <a:prstGeom prst="rect">
            <a:avLst/>
          </a:prstGeom>
          <a:solidFill>
            <a:srgbClr val="3A3133"/>
          </a:solidFill>
          <a:ln/>
        </p:spPr>
        <p:txBody>
          <a:bodyPr/>
          <a:lstStyle/>
          <a:p>
            <a:endParaRPr lang="en-US"/>
          </a:p>
        </p:txBody>
      </p:sp>
      <p:sp>
        <p:nvSpPr>
          <p:cNvPr id="6" name="Text 4">
            <a:extLst>
              <a:ext uri="{FF2B5EF4-FFF2-40B4-BE49-F238E27FC236}">
                <a16:creationId xmlns:a16="http://schemas.microsoft.com/office/drawing/2014/main" id="{4129A2B1-6759-BF90-6B50-119579BD9C9E}"/>
              </a:ext>
            </a:extLst>
          </p:cNvPr>
          <p:cNvSpPr/>
          <p:nvPr/>
        </p:nvSpPr>
        <p:spPr>
          <a:xfrm>
            <a:off x="9474200" y="1803350"/>
            <a:ext cx="1701800" cy="309860"/>
          </a:xfrm>
          <a:prstGeom prst="rect">
            <a:avLst/>
          </a:prstGeom>
          <a:noFill/>
          <a:ln/>
        </p:spPr>
        <p:txBody>
          <a:bodyPr wrap="square" lIns="0" tIns="0" rIns="0" bIns="0" rtlCol="0" anchor="t">
            <a:normAutofit/>
          </a:bodyPr>
          <a:lstStyle/>
          <a:p>
            <a:pPr marL="0" indent="0" algn="l">
              <a:lnSpc>
                <a:spcPts val="2240"/>
              </a:lnSpc>
              <a:buNone/>
            </a:pPr>
            <a:r>
              <a:rPr lang="en-US" sz="1600" kern="0" spc="150" dirty="0">
                <a:solidFill>
                  <a:srgbClr val="FF4D5A"/>
                </a:solidFill>
                <a:latin typeface="Oswald" pitchFamily="34" charset="0"/>
                <a:ea typeface="Oswald" pitchFamily="34" charset="-122"/>
                <a:cs typeface="Oswald" pitchFamily="34" charset="-120"/>
              </a:rPr>
              <a:t>IN THE PIT</a:t>
            </a:r>
            <a:endParaRPr lang="en-US" sz="1600" dirty="0"/>
          </a:p>
        </p:txBody>
      </p:sp>
      <p:sp>
        <p:nvSpPr>
          <p:cNvPr id="7" name="Shape 5">
            <a:extLst>
              <a:ext uri="{FF2B5EF4-FFF2-40B4-BE49-F238E27FC236}">
                <a16:creationId xmlns:a16="http://schemas.microsoft.com/office/drawing/2014/main" id="{6F39542D-46DA-77D6-7C3E-E5370F95447F}"/>
              </a:ext>
            </a:extLst>
          </p:cNvPr>
          <p:cNvSpPr/>
          <p:nvPr/>
        </p:nvSpPr>
        <p:spPr>
          <a:xfrm>
            <a:off x="9474200" y="2108150"/>
            <a:ext cx="1651000" cy="19050"/>
          </a:xfrm>
          <a:prstGeom prst="rect">
            <a:avLst/>
          </a:prstGeom>
          <a:solidFill>
            <a:srgbClr val="3A3133"/>
          </a:solidFill>
          <a:ln/>
        </p:spPr>
        <p:txBody>
          <a:bodyPr/>
          <a:lstStyle/>
          <a:p>
            <a:endParaRPr lang="en-US"/>
          </a:p>
        </p:txBody>
      </p:sp>
      <p:sp>
        <p:nvSpPr>
          <p:cNvPr id="10" name="Text 8">
            <a:extLst>
              <a:ext uri="{FF2B5EF4-FFF2-40B4-BE49-F238E27FC236}">
                <a16:creationId xmlns:a16="http://schemas.microsoft.com/office/drawing/2014/main" id="{F096CED9-5B73-CBCF-0961-5F238D749AC6}"/>
              </a:ext>
            </a:extLst>
          </p:cNvPr>
          <p:cNvSpPr/>
          <p:nvPr/>
        </p:nvSpPr>
        <p:spPr>
          <a:xfrm>
            <a:off x="6051550" y="2254200"/>
            <a:ext cx="1638300" cy="805061"/>
          </a:xfrm>
          <a:prstGeom prst="roundRect">
            <a:avLst>
              <a:gd name="adj" fmla="val 8676"/>
            </a:avLst>
          </a:prstGeom>
          <a:solidFill>
            <a:srgbClr val="241E20"/>
          </a:solidFill>
          <a:ln w="12700">
            <a:solidFill>
              <a:srgbClr val="3A3133"/>
            </a:solidFill>
            <a:prstDash val="solid"/>
          </a:ln>
        </p:spPr>
        <p:txBody>
          <a:bodyPr wrap="square" lIns="100192" tIns="62092" rIns="49392" bIns="36692" rtlCol="0" anchor="t">
            <a:normAutofit/>
          </a:bodyPr>
          <a:lstStyle/>
          <a:p>
            <a:pPr marL="0" indent="0" algn="l">
              <a:lnSpc>
                <a:spcPts val="1680"/>
              </a:lnSpc>
              <a:buNone/>
            </a:pPr>
            <a:r>
              <a:rPr lang="en-US" sz="1200" b="1" dirty="0">
                <a:solidFill>
                  <a:srgbClr val="F5F1EE"/>
                </a:solidFill>
                <a:latin typeface="Rubik" pitchFamily="34" charset="0"/>
                <a:ea typeface="Rubik" pitchFamily="34" charset="-122"/>
                <a:cs typeface="Rubik" pitchFamily="34" charset="-120"/>
              </a:rPr>
              <a:t>Built-in battery</a:t>
            </a:r>
            <a:endParaRPr lang="en-US" sz="1200" dirty="0"/>
          </a:p>
          <a:p>
            <a:pPr marL="0" indent="0" algn="l">
              <a:lnSpc>
                <a:spcPts val="1680"/>
              </a:lnSpc>
              <a:buNone/>
            </a:pPr>
            <a:r>
              <a:rPr lang="en-US" sz="1200" dirty="0">
                <a:solidFill>
                  <a:srgbClr val="F5F1EE"/>
                </a:solidFill>
                <a:latin typeface="Rubik" pitchFamily="34" charset="0"/>
                <a:ea typeface="Rubik" pitchFamily="34" charset="-122"/>
                <a:cs typeface="Rubik" pitchFamily="34" charset="-120"/>
              </a:rPr>
              <a:t>About 10 hr talk time</a:t>
            </a:r>
            <a:endParaRPr lang="en-US" sz="1200" dirty="0"/>
          </a:p>
        </p:txBody>
      </p:sp>
      <p:sp>
        <p:nvSpPr>
          <p:cNvPr id="11" name="Text 9">
            <a:extLst>
              <a:ext uri="{FF2B5EF4-FFF2-40B4-BE49-F238E27FC236}">
                <a16:creationId xmlns:a16="http://schemas.microsoft.com/office/drawing/2014/main" id="{4CA9E10F-1EFC-2AAF-9EDF-EF59E2C34121}"/>
              </a:ext>
            </a:extLst>
          </p:cNvPr>
          <p:cNvSpPr/>
          <p:nvPr/>
        </p:nvSpPr>
        <p:spPr>
          <a:xfrm>
            <a:off x="3511550" y="3651200"/>
            <a:ext cx="1638300" cy="805061"/>
          </a:xfrm>
          <a:prstGeom prst="roundRect">
            <a:avLst>
              <a:gd name="adj" fmla="val 11804"/>
            </a:avLst>
          </a:prstGeom>
          <a:solidFill>
            <a:srgbClr val="241E20"/>
          </a:solidFill>
          <a:ln w="12700">
            <a:solidFill>
              <a:srgbClr val="3A3133"/>
            </a:solidFill>
            <a:prstDash val="solid"/>
          </a:ln>
        </p:spPr>
        <p:txBody>
          <a:bodyPr wrap="square" lIns="100192" tIns="62092" rIns="49392" bIns="36692" rtlCol="0" anchor="t">
            <a:normAutofit/>
          </a:bodyPr>
          <a:lstStyle/>
          <a:p>
            <a:pPr marL="0" indent="0" algn="l">
              <a:lnSpc>
                <a:spcPts val="1680"/>
              </a:lnSpc>
              <a:buNone/>
            </a:pPr>
            <a:r>
              <a:rPr lang="en-US" sz="1200" b="1" dirty="0">
                <a:solidFill>
                  <a:srgbClr val="F5F1EE"/>
                </a:solidFill>
                <a:latin typeface="Rubik" pitchFamily="34" charset="0"/>
                <a:ea typeface="Rubik" pitchFamily="34" charset="-122"/>
                <a:cs typeface="Rubik" pitchFamily="34" charset="-120"/>
              </a:rPr>
              <a:t>Speakers + mic</a:t>
            </a:r>
            <a:endParaRPr lang="en-US" sz="1200" dirty="0"/>
          </a:p>
          <a:p>
            <a:pPr marL="0" indent="0" algn="l">
              <a:lnSpc>
                <a:spcPts val="1680"/>
              </a:lnSpc>
              <a:buNone/>
            </a:pPr>
            <a:r>
              <a:rPr lang="en-US" sz="1200" dirty="0">
                <a:solidFill>
                  <a:srgbClr val="F5F1EE"/>
                </a:solidFill>
                <a:latin typeface="Rubik" pitchFamily="34" charset="0"/>
                <a:ea typeface="Rubik" pitchFamily="34" charset="-122"/>
                <a:cs typeface="Rubik" pitchFamily="34" charset="-120"/>
              </a:rPr>
              <a:t>Mounted in the helmet</a:t>
            </a:r>
            <a:endParaRPr lang="en-US" sz="1200" dirty="0"/>
          </a:p>
        </p:txBody>
      </p:sp>
      <p:sp>
        <p:nvSpPr>
          <p:cNvPr id="12" name="Text 10">
            <a:extLst>
              <a:ext uri="{FF2B5EF4-FFF2-40B4-BE49-F238E27FC236}">
                <a16:creationId xmlns:a16="http://schemas.microsoft.com/office/drawing/2014/main" id="{A9FA52C2-EE07-C173-1AE8-84530F8B455A}"/>
              </a:ext>
            </a:extLst>
          </p:cNvPr>
          <p:cNvSpPr/>
          <p:nvPr/>
        </p:nvSpPr>
        <p:spPr>
          <a:xfrm>
            <a:off x="6051550" y="3651200"/>
            <a:ext cx="1638300" cy="805061"/>
          </a:xfrm>
          <a:prstGeom prst="roundRect">
            <a:avLst>
              <a:gd name="adj" fmla="val 8676"/>
            </a:avLst>
          </a:prstGeom>
          <a:solidFill>
            <a:srgbClr val="241E20"/>
          </a:solidFill>
          <a:ln w="12700">
            <a:solidFill>
              <a:srgbClr val="FF4D5A"/>
            </a:solidFill>
            <a:prstDash val="solid"/>
          </a:ln>
        </p:spPr>
        <p:txBody>
          <a:bodyPr wrap="square" lIns="100192" tIns="62092" rIns="49392" bIns="36692" rtlCol="0" anchor="t">
            <a:normAutofit/>
          </a:bodyPr>
          <a:lstStyle/>
          <a:p>
            <a:pPr marL="0" indent="0" algn="l">
              <a:lnSpc>
                <a:spcPts val="1680"/>
              </a:lnSpc>
              <a:buNone/>
            </a:pPr>
            <a:r>
              <a:rPr lang="en-US" sz="1200" b="1" dirty="0">
                <a:solidFill>
                  <a:srgbClr val="F5F1EE"/>
                </a:solidFill>
                <a:latin typeface="Rubik" pitchFamily="34" charset="0"/>
                <a:ea typeface="Rubik" pitchFamily="34" charset="-122"/>
                <a:cs typeface="Rubik" pitchFamily="34" charset="-120"/>
              </a:rPr>
              <a:t>Cardo Packtalk</a:t>
            </a:r>
            <a:endParaRPr lang="en-US" sz="1200" dirty="0"/>
          </a:p>
          <a:p>
            <a:pPr marL="0" indent="0" algn="l">
              <a:lnSpc>
                <a:spcPts val="1680"/>
              </a:lnSpc>
              <a:buNone/>
            </a:pPr>
            <a:r>
              <a:rPr lang="en-US" sz="1200" dirty="0">
                <a:solidFill>
                  <a:srgbClr val="F5F1EE"/>
                </a:solidFill>
                <a:latin typeface="Rubik" pitchFamily="34" charset="0"/>
                <a:ea typeface="Rubik" pitchFamily="34" charset="-122"/>
                <a:cs typeface="Rubik" pitchFamily="34" charset="-120"/>
              </a:rPr>
              <a:t>Clamped to the helmet</a:t>
            </a:r>
            <a:endParaRPr lang="en-US" sz="1200" dirty="0"/>
          </a:p>
        </p:txBody>
      </p:sp>
      <p:sp>
        <p:nvSpPr>
          <p:cNvPr id="14" name="Text 12">
            <a:extLst>
              <a:ext uri="{FF2B5EF4-FFF2-40B4-BE49-F238E27FC236}">
                <a16:creationId xmlns:a16="http://schemas.microsoft.com/office/drawing/2014/main" id="{8D80330C-027F-C855-50E5-8EC98ED41ACD}"/>
              </a:ext>
            </a:extLst>
          </p:cNvPr>
          <p:cNvSpPr/>
          <p:nvPr/>
        </p:nvSpPr>
        <p:spPr>
          <a:xfrm>
            <a:off x="9480550" y="3651200"/>
            <a:ext cx="1638300" cy="805061"/>
          </a:xfrm>
          <a:prstGeom prst="roundRect">
            <a:avLst>
              <a:gd name="adj" fmla="val 11804"/>
            </a:avLst>
          </a:prstGeom>
          <a:solidFill>
            <a:srgbClr val="241E20"/>
          </a:solidFill>
          <a:ln w="12700">
            <a:solidFill>
              <a:srgbClr val="FF4D5A"/>
            </a:solidFill>
            <a:prstDash val="solid"/>
          </a:ln>
        </p:spPr>
        <p:txBody>
          <a:bodyPr wrap="square" lIns="100192" tIns="62092" rIns="49392" bIns="36692" rtlCol="0" anchor="t">
            <a:normAutofit/>
          </a:bodyPr>
          <a:lstStyle/>
          <a:p>
            <a:pPr marL="0" indent="0" algn="l">
              <a:lnSpc>
                <a:spcPts val="1680"/>
              </a:lnSpc>
              <a:buNone/>
            </a:pPr>
            <a:r>
              <a:rPr lang="en-US" sz="1200" b="1" dirty="0">
                <a:solidFill>
                  <a:srgbClr val="F5F1EE"/>
                </a:solidFill>
                <a:latin typeface="Rubik" pitchFamily="34" charset="0"/>
                <a:ea typeface="Rubik" pitchFamily="34" charset="-122"/>
                <a:cs typeface="Rubik" pitchFamily="34" charset="-120"/>
              </a:rPr>
              <a:t>Cardo Packtalk</a:t>
            </a:r>
            <a:endParaRPr lang="en-US" sz="1200" dirty="0"/>
          </a:p>
          <a:p>
            <a:pPr marL="0" indent="0" algn="l">
              <a:lnSpc>
                <a:spcPts val="1680"/>
              </a:lnSpc>
              <a:buNone/>
            </a:pPr>
            <a:r>
              <a:rPr lang="en-US" sz="1200" dirty="0">
                <a:solidFill>
                  <a:srgbClr val="F5F1EE"/>
                </a:solidFill>
                <a:latin typeface="Rubik" pitchFamily="34" charset="0"/>
                <a:ea typeface="Rubik" pitchFamily="34" charset="-122"/>
                <a:cs typeface="Rubik" pitchFamily="34" charset="-120"/>
              </a:rPr>
              <a:t>Pit crew unit</a:t>
            </a:r>
            <a:endParaRPr lang="en-US" sz="1200" dirty="0"/>
          </a:p>
        </p:txBody>
      </p:sp>
      <p:sp>
        <p:nvSpPr>
          <p:cNvPr id="15" name="Text 13">
            <a:extLst>
              <a:ext uri="{FF2B5EF4-FFF2-40B4-BE49-F238E27FC236}">
                <a16:creationId xmlns:a16="http://schemas.microsoft.com/office/drawing/2014/main" id="{84FB1AA3-381F-A0E0-9286-B5E251184FF6}"/>
              </a:ext>
            </a:extLst>
          </p:cNvPr>
          <p:cNvSpPr/>
          <p:nvPr/>
        </p:nvSpPr>
        <p:spPr>
          <a:xfrm>
            <a:off x="9480550" y="4921200"/>
            <a:ext cx="1638300" cy="805061"/>
          </a:xfrm>
          <a:prstGeom prst="roundRect">
            <a:avLst>
              <a:gd name="adj" fmla="val 11804"/>
            </a:avLst>
          </a:prstGeom>
          <a:solidFill>
            <a:srgbClr val="241E20"/>
          </a:solidFill>
          <a:ln w="12700">
            <a:solidFill>
              <a:srgbClr val="3A3133"/>
            </a:solidFill>
            <a:prstDash val="solid"/>
          </a:ln>
        </p:spPr>
        <p:txBody>
          <a:bodyPr wrap="square" lIns="100192" tIns="62092" rIns="49392" bIns="36692" rtlCol="0" anchor="t">
            <a:normAutofit/>
          </a:bodyPr>
          <a:lstStyle/>
          <a:p>
            <a:pPr marL="0" indent="0" algn="l">
              <a:lnSpc>
                <a:spcPts val="1680"/>
              </a:lnSpc>
              <a:buNone/>
            </a:pPr>
            <a:r>
              <a:rPr lang="en-US" sz="1200" b="1" dirty="0">
                <a:solidFill>
                  <a:srgbClr val="F5F1EE"/>
                </a:solidFill>
                <a:latin typeface="Rubik" pitchFamily="34" charset="0"/>
                <a:ea typeface="Rubik" pitchFamily="34" charset="-122"/>
                <a:cs typeface="Rubik" pitchFamily="34" charset="-120"/>
              </a:rPr>
              <a:t>Extra units</a:t>
            </a:r>
            <a:endParaRPr lang="en-US" sz="1200" dirty="0"/>
          </a:p>
          <a:p>
            <a:pPr marL="0" indent="0" algn="l">
              <a:lnSpc>
                <a:spcPts val="1680"/>
              </a:lnSpc>
              <a:buNone/>
            </a:pPr>
            <a:r>
              <a:rPr lang="en-US" sz="1200" dirty="0">
                <a:solidFill>
                  <a:srgbClr val="F5F1EE"/>
                </a:solidFill>
                <a:latin typeface="Rubik" pitchFamily="34" charset="0"/>
                <a:ea typeface="Rubik" pitchFamily="34" charset="-122"/>
                <a:cs typeface="Rubik" pitchFamily="34" charset="-120"/>
              </a:rPr>
              <a:t>Optional relays</a:t>
            </a:r>
            <a:endParaRPr lang="en-US" sz="1200" dirty="0"/>
          </a:p>
        </p:txBody>
      </p:sp>
      <p:sp>
        <p:nvSpPr>
          <p:cNvPr id="16" name="Text 14">
            <a:extLst>
              <a:ext uri="{FF2B5EF4-FFF2-40B4-BE49-F238E27FC236}">
                <a16:creationId xmlns:a16="http://schemas.microsoft.com/office/drawing/2014/main" id="{F45A796A-D0B5-6F7B-B17C-5C7F9163D3A6}"/>
              </a:ext>
            </a:extLst>
          </p:cNvPr>
          <p:cNvSpPr/>
          <p:nvPr/>
        </p:nvSpPr>
        <p:spPr>
          <a:xfrm>
            <a:off x="971550" y="3651200"/>
            <a:ext cx="2273300" cy="1119981"/>
          </a:xfrm>
          <a:prstGeom prst="roundRect">
            <a:avLst>
              <a:gd name="adj" fmla="val 6237"/>
            </a:avLst>
          </a:prstGeom>
          <a:solidFill>
            <a:srgbClr val="121012"/>
          </a:solidFill>
          <a:ln w="12700">
            <a:solidFill>
              <a:srgbClr val="FF4D5A"/>
            </a:solidFill>
            <a:prstDash val="dash"/>
          </a:ln>
        </p:spPr>
        <p:txBody>
          <a:bodyPr wrap="square" lIns="138292" tIns="112892" rIns="79618" bIns="87492" rtlCol="0" anchor="t">
            <a:normAutofit/>
          </a:bodyPr>
          <a:lstStyle/>
          <a:p>
            <a:pPr marL="0" indent="0" algn="l">
              <a:lnSpc>
                <a:spcPts val="1680"/>
              </a:lnSpc>
              <a:buNone/>
            </a:pPr>
            <a:r>
              <a:rPr lang="en-US" sz="1200" b="1" dirty="0">
                <a:solidFill>
                  <a:srgbClr val="FF4D5A"/>
                </a:solidFill>
                <a:latin typeface="Rubik" pitchFamily="34" charset="0"/>
                <a:ea typeface="Rubik" pitchFamily="34" charset="-122"/>
                <a:cs typeface="Rubik" pitchFamily="34" charset="-120"/>
              </a:rPr>
              <a:t>RULES COVERED</a:t>
            </a:r>
            <a:endParaRPr lang="en-US" sz="1200" dirty="0"/>
          </a:p>
          <a:p>
            <a:pPr marL="0" indent="0" algn="l">
              <a:lnSpc>
                <a:spcPts val="1680"/>
              </a:lnSpc>
              <a:buNone/>
            </a:pPr>
            <a:r>
              <a:rPr lang="en-US" sz="1200" dirty="0">
                <a:solidFill>
                  <a:srgbClr val="B9B0AE"/>
                </a:solidFill>
                <a:latin typeface="Rubik" pitchFamily="34" charset="0"/>
                <a:ea typeface="Rubik" pitchFamily="34" charset="-122"/>
                <a:cs typeface="Rubik" pitchFamily="34" charset="-120"/>
              </a:rPr>
              <a:t>Helmet B.5.1 · No cord to unplug at egress or refuel</a:t>
            </a:r>
            <a:endParaRPr lang="en-US" sz="1200" dirty="0"/>
          </a:p>
        </p:txBody>
      </p:sp>
      <p:pic>
        <p:nvPicPr>
          <p:cNvPr id="18" name="Image 1" descr="connector">
            <a:extLst>
              <a:ext uri="{FF2B5EF4-FFF2-40B4-BE49-F238E27FC236}">
                <a16:creationId xmlns:a16="http://schemas.microsoft.com/office/drawing/2014/main" id="{539A1C2C-215C-A9E9-F910-1D9B28E79985}"/>
              </a:ext>
            </a:extLst>
          </p:cNvPr>
          <p:cNvPicPr>
            <a:picLocks noChangeAspect="1"/>
          </p:cNvPicPr>
          <p:nvPr/>
        </p:nvPicPr>
        <p:blipFill>
          <a:blip r:embed="rId3"/>
          <a:srcRect/>
          <a:stretch/>
        </p:blipFill>
        <p:spPr>
          <a:xfrm>
            <a:off x="5105400" y="3895725"/>
            <a:ext cx="990600" cy="101600"/>
          </a:xfrm>
          <a:prstGeom prst="rect">
            <a:avLst/>
          </a:prstGeom>
        </p:spPr>
      </p:pic>
      <p:pic>
        <p:nvPicPr>
          <p:cNvPr id="20" name="Image 3" descr="connector">
            <a:extLst>
              <a:ext uri="{FF2B5EF4-FFF2-40B4-BE49-F238E27FC236}">
                <a16:creationId xmlns:a16="http://schemas.microsoft.com/office/drawing/2014/main" id="{3339E26E-F8C3-E6D4-29E9-8BEE39BD126E}"/>
              </a:ext>
            </a:extLst>
          </p:cNvPr>
          <p:cNvPicPr>
            <a:picLocks noChangeAspect="1"/>
          </p:cNvPicPr>
          <p:nvPr/>
        </p:nvPicPr>
        <p:blipFill>
          <a:blip r:embed="rId5"/>
          <a:srcRect/>
          <a:stretch/>
        </p:blipFill>
        <p:spPr>
          <a:xfrm>
            <a:off x="6819900" y="3022550"/>
            <a:ext cx="101600" cy="673100"/>
          </a:xfrm>
          <a:prstGeom prst="rect">
            <a:avLst/>
          </a:prstGeom>
        </p:spPr>
      </p:pic>
      <p:pic>
        <p:nvPicPr>
          <p:cNvPr id="22" name="Image 5" descr="connector">
            <a:extLst>
              <a:ext uri="{FF2B5EF4-FFF2-40B4-BE49-F238E27FC236}">
                <a16:creationId xmlns:a16="http://schemas.microsoft.com/office/drawing/2014/main" id="{8FF70D06-2A52-5025-576D-CA24C8D8C107}"/>
              </a:ext>
            </a:extLst>
          </p:cNvPr>
          <p:cNvPicPr>
            <a:picLocks noChangeAspect="1"/>
          </p:cNvPicPr>
          <p:nvPr/>
        </p:nvPicPr>
        <p:blipFill>
          <a:blip r:embed="rId6"/>
          <a:srcRect/>
          <a:stretch/>
        </p:blipFill>
        <p:spPr>
          <a:xfrm>
            <a:off x="10248900" y="4419550"/>
            <a:ext cx="101600" cy="546100"/>
          </a:xfrm>
          <a:prstGeom prst="rect">
            <a:avLst/>
          </a:prstGeom>
        </p:spPr>
      </p:pic>
      <p:pic>
        <p:nvPicPr>
          <p:cNvPr id="23" name="Image 6" descr="connector">
            <a:extLst>
              <a:ext uri="{FF2B5EF4-FFF2-40B4-BE49-F238E27FC236}">
                <a16:creationId xmlns:a16="http://schemas.microsoft.com/office/drawing/2014/main" id="{F1F59847-F199-3C48-5283-8CF7C52DCEB0}"/>
              </a:ext>
            </a:extLst>
          </p:cNvPr>
          <p:cNvPicPr>
            <a:picLocks noChangeAspect="1"/>
          </p:cNvPicPr>
          <p:nvPr/>
        </p:nvPicPr>
        <p:blipFill>
          <a:blip r:embed="rId7"/>
          <a:srcRect/>
          <a:stretch/>
        </p:blipFill>
        <p:spPr>
          <a:xfrm>
            <a:off x="7632700" y="3886200"/>
            <a:ext cx="1905000" cy="127000"/>
          </a:xfrm>
          <a:prstGeom prst="rect">
            <a:avLst/>
          </a:prstGeom>
        </p:spPr>
      </p:pic>
      <p:sp>
        <p:nvSpPr>
          <p:cNvPr id="26" name="Text 17">
            <a:extLst>
              <a:ext uri="{FF2B5EF4-FFF2-40B4-BE49-F238E27FC236}">
                <a16:creationId xmlns:a16="http://schemas.microsoft.com/office/drawing/2014/main" id="{0565424E-C1E9-4473-701A-887824958EDB}"/>
              </a:ext>
            </a:extLst>
          </p:cNvPr>
          <p:cNvSpPr/>
          <p:nvPr/>
        </p:nvSpPr>
        <p:spPr>
          <a:xfrm>
            <a:off x="7772400" y="3190875"/>
            <a:ext cx="1625600" cy="665361"/>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FF4D5A"/>
                </a:solidFill>
                <a:latin typeface="Rubik" pitchFamily="34" charset="0"/>
                <a:ea typeface="Rubik" pitchFamily="34" charset="-122"/>
                <a:cs typeface="Rubik" pitchFamily="34" charset="-120"/>
              </a:rPr>
              <a:t>Bluetooth mesh</a:t>
            </a:r>
            <a:endParaRPr lang="en-US" sz="1200" dirty="0"/>
          </a:p>
          <a:p>
            <a:pPr marL="0" indent="0" algn="ctr">
              <a:lnSpc>
                <a:spcPts val="1680"/>
              </a:lnSpc>
              <a:buNone/>
            </a:pPr>
            <a:r>
              <a:rPr lang="en-US" sz="1200" b="1" dirty="0">
                <a:solidFill>
                  <a:srgbClr val="F5F1EE"/>
                </a:solidFill>
                <a:latin typeface="Rubik" pitchFamily="34" charset="0"/>
                <a:ea typeface="Rubik" pitchFamily="34" charset="-122"/>
                <a:cs typeface="Rubik" pitchFamily="34" charset="-120"/>
              </a:rPr>
              <a:t>Rated ~1 km</a:t>
            </a:r>
            <a:endParaRPr lang="en-US" sz="1200" dirty="0"/>
          </a:p>
          <a:p>
            <a:pPr marL="0" indent="0" algn="ctr">
              <a:lnSpc>
                <a:spcPts val="1680"/>
              </a:lnSpc>
              <a:buNone/>
            </a:pPr>
            <a:r>
              <a:rPr lang="en-US" sz="1200" dirty="0">
                <a:solidFill>
                  <a:srgbClr val="FF4D5A"/>
                </a:solidFill>
                <a:latin typeface="Rubik" pitchFamily="34" charset="0"/>
                <a:ea typeface="Rubik" pitchFamily="34" charset="-122"/>
                <a:cs typeface="Rubik" pitchFamily="34" charset="-120"/>
              </a:rPr>
              <a:t>(0.6 mi) per hop</a:t>
            </a:r>
            <a:endParaRPr lang="en-US" sz="1200" dirty="0"/>
          </a:p>
        </p:txBody>
      </p:sp>
      <p:sp>
        <p:nvSpPr>
          <p:cNvPr id="27" name="Text 18">
            <a:extLst>
              <a:ext uri="{FF2B5EF4-FFF2-40B4-BE49-F238E27FC236}">
                <a16:creationId xmlns:a16="http://schemas.microsoft.com/office/drawing/2014/main" id="{7915F41D-2A9B-BC0D-0062-EBA436E4B5A2}"/>
              </a:ext>
            </a:extLst>
          </p:cNvPr>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B9B0AE"/>
                </a:solidFill>
                <a:latin typeface="Rubik" pitchFamily="34" charset="0"/>
                <a:ea typeface="Rubik" pitchFamily="34" charset="-122"/>
                <a:cs typeface="Rubik" pitchFamily="34" charset="-120"/>
              </a:rPr>
              <a:t>08</a:t>
            </a:r>
            <a:endParaRPr lang="en-US" sz="1200" dirty="0"/>
          </a:p>
        </p:txBody>
      </p:sp>
    </p:spTree>
    <p:extLst>
      <p:ext uri="{BB962C8B-B14F-4D97-AF65-F5344CB8AC3E}">
        <p14:creationId xmlns:p14="http://schemas.microsoft.com/office/powerpoint/2010/main" val="28938214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A1517"/>
        </a:solidFill>
        <a:effectLst/>
      </p:bgPr>
    </p:bg>
    <p:spTree>
      <p:nvGrpSpPr>
        <p:cNvPr id="1" name="">
          <a:extLst>
            <a:ext uri="{FF2B5EF4-FFF2-40B4-BE49-F238E27FC236}">
              <a16:creationId xmlns:a16="http://schemas.microsoft.com/office/drawing/2014/main" id="{C199DF57-B7C4-72A3-B4DB-9C1B40915E5C}"/>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CB07A99E-8D7B-FF6B-38D4-9ABF23BDC372}"/>
              </a:ext>
            </a:extLst>
          </p:cNvPr>
          <p:cNvSpPr>
            <a:spLocks noGrp="1"/>
          </p:cNvSpPr>
          <p:nvPr>
            <p:ph type="title"/>
          </p:nvPr>
        </p:nvSpPr>
        <p:spPr>
          <a:xfrm>
            <a:off x="812800" y="81280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kern="0" spc="50" dirty="0">
                <a:solidFill>
                  <a:srgbClr val="F5F1EE"/>
                </a:solidFill>
                <a:latin typeface="Oswald" pitchFamily="34" charset="0"/>
                <a:ea typeface="Oswald" pitchFamily="34" charset="-122"/>
                <a:cs typeface="Oswald" pitchFamily="34" charset="-120"/>
              </a:rPr>
              <a:t>HOW OPTION D FITS TOGETHER</a:t>
            </a:r>
            <a:endParaRPr lang="en-US" sz="3600" dirty="0"/>
          </a:p>
        </p:txBody>
      </p:sp>
      <p:sp>
        <p:nvSpPr>
          <p:cNvPr id="3" name="Text 1">
            <a:extLst>
              <a:ext uri="{FF2B5EF4-FFF2-40B4-BE49-F238E27FC236}">
                <a16:creationId xmlns:a16="http://schemas.microsoft.com/office/drawing/2014/main" id="{01AD66B6-1711-EB6A-C3CD-10AD1AC12BC1}"/>
              </a:ext>
            </a:extLst>
          </p:cNvPr>
          <p:cNvSpPr/>
          <p:nvPr/>
        </p:nvSpPr>
        <p:spPr>
          <a:xfrm>
            <a:off x="812800" y="1417290"/>
            <a:ext cx="10883392"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B9B0AE"/>
                </a:solidFill>
                <a:latin typeface="Rubik" pitchFamily="34" charset="0"/>
                <a:ea typeface="Rubik" pitchFamily="34" charset="-122"/>
                <a:cs typeface="Rubik" pitchFamily="34" charset="-120"/>
              </a:rPr>
              <a:t>One-vendor kit; the R1 radios run on business band and need an FCC license.</a:t>
            </a:r>
            <a:endParaRPr lang="en-US" sz="1600" dirty="0"/>
          </a:p>
        </p:txBody>
      </p:sp>
      <p:sp>
        <p:nvSpPr>
          <p:cNvPr id="4" name="Text 2">
            <a:extLst>
              <a:ext uri="{FF2B5EF4-FFF2-40B4-BE49-F238E27FC236}">
                <a16:creationId xmlns:a16="http://schemas.microsoft.com/office/drawing/2014/main" id="{25727693-ACD8-95D7-368D-502FEB6A2E5E}"/>
              </a:ext>
            </a:extLst>
          </p:cNvPr>
          <p:cNvSpPr/>
          <p:nvPr/>
        </p:nvSpPr>
        <p:spPr>
          <a:xfrm>
            <a:off x="965200" y="1803350"/>
            <a:ext cx="6932930" cy="309860"/>
          </a:xfrm>
          <a:prstGeom prst="rect">
            <a:avLst/>
          </a:prstGeom>
          <a:noFill/>
          <a:ln/>
        </p:spPr>
        <p:txBody>
          <a:bodyPr wrap="square" lIns="0" tIns="0" rIns="0" bIns="0" rtlCol="0" anchor="t">
            <a:normAutofit/>
          </a:bodyPr>
          <a:lstStyle/>
          <a:p>
            <a:pPr marL="0" indent="0" algn="l">
              <a:lnSpc>
                <a:spcPts val="2240"/>
              </a:lnSpc>
              <a:buNone/>
            </a:pPr>
            <a:r>
              <a:rPr lang="en-US" sz="1600" kern="0" spc="150" dirty="0">
                <a:solidFill>
                  <a:srgbClr val="FF4D5A"/>
                </a:solidFill>
                <a:latin typeface="Oswald" pitchFamily="34" charset="0"/>
                <a:ea typeface="Oswald" pitchFamily="34" charset="-122"/>
                <a:cs typeface="Oswald" pitchFamily="34" charset="-120"/>
              </a:rPr>
              <a:t>IN THE CAR</a:t>
            </a:r>
            <a:endParaRPr lang="en-US" sz="1600" dirty="0"/>
          </a:p>
        </p:txBody>
      </p:sp>
      <p:sp>
        <p:nvSpPr>
          <p:cNvPr id="5" name="Shape 3">
            <a:extLst>
              <a:ext uri="{FF2B5EF4-FFF2-40B4-BE49-F238E27FC236}">
                <a16:creationId xmlns:a16="http://schemas.microsoft.com/office/drawing/2014/main" id="{9F59D0B5-ED92-E23E-4664-84609705FA3C}"/>
              </a:ext>
            </a:extLst>
          </p:cNvPr>
          <p:cNvSpPr/>
          <p:nvPr/>
        </p:nvSpPr>
        <p:spPr>
          <a:xfrm>
            <a:off x="965200" y="2108150"/>
            <a:ext cx="6731000" cy="19050"/>
          </a:xfrm>
          <a:prstGeom prst="rect">
            <a:avLst/>
          </a:prstGeom>
          <a:solidFill>
            <a:srgbClr val="3A3133"/>
          </a:solidFill>
          <a:ln/>
        </p:spPr>
        <p:txBody>
          <a:bodyPr/>
          <a:lstStyle/>
          <a:p>
            <a:endParaRPr lang="en-US"/>
          </a:p>
        </p:txBody>
      </p:sp>
      <p:sp>
        <p:nvSpPr>
          <p:cNvPr id="6" name="Text 4">
            <a:extLst>
              <a:ext uri="{FF2B5EF4-FFF2-40B4-BE49-F238E27FC236}">
                <a16:creationId xmlns:a16="http://schemas.microsoft.com/office/drawing/2014/main" id="{1A7E0C22-0339-C6E6-F44C-B4417129E3F9}"/>
              </a:ext>
            </a:extLst>
          </p:cNvPr>
          <p:cNvSpPr/>
          <p:nvPr/>
        </p:nvSpPr>
        <p:spPr>
          <a:xfrm>
            <a:off x="9474200" y="1803350"/>
            <a:ext cx="1701800" cy="309860"/>
          </a:xfrm>
          <a:prstGeom prst="rect">
            <a:avLst/>
          </a:prstGeom>
          <a:noFill/>
          <a:ln/>
        </p:spPr>
        <p:txBody>
          <a:bodyPr wrap="square" lIns="0" tIns="0" rIns="0" bIns="0" rtlCol="0" anchor="t">
            <a:normAutofit/>
          </a:bodyPr>
          <a:lstStyle/>
          <a:p>
            <a:pPr marL="0" indent="0" algn="l">
              <a:lnSpc>
                <a:spcPts val="2240"/>
              </a:lnSpc>
              <a:buNone/>
            </a:pPr>
            <a:r>
              <a:rPr lang="en-US" sz="1600" kern="0" spc="150" dirty="0">
                <a:solidFill>
                  <a:srgbClr val="FF4D5A"/>
                </a:solidFill>
                <a:latin typeface="Oswald" pitchFamily="34" charset="0"/>
                <a:ea typeface="Oswald" pitchFamily="34" charset="-122"/>
                <a:cs typeface="Oswald" pitchFamily="34" charset="-120"/>
              </a:rPr>
              <a:t>IN THE PIT</a:t>
            </a:r>
            <a:endParaRPr lang="en-US" sz="1600" dirty="0"/>
          </a:p>
        </p:txBody>
      </p:sp>
      <p:sp>
        <p:nvSpPr>
          <p:cNvPr id="7" name="Shape 5">
            <a:extLst>
              <a:ext uri="{FF2B5EF4-FFF2-40B4-BE49-F238E27FC236}">
                <a16:creationId xmlns:a16="http://schemas.microsoft.com/office/drawing/2014/main" id="{2A132A28-7772-8C79-8951-AB89A960611F}"/>
              </a:ext>
            </a:extLst>
          </p:cNvPr>
          <p:cNvSpPr/>
          <p:nvPr/>
        </p:nvSpPr>
        <p:spPr>
          <a:xfrm>
            <a:off x="9474200" y="2108150"/>
            <a:ext cx="1651000" cy="19050"/>
          </a:xfrm>
          <a:prstGeom prst="rect">
            <a:avLst/>
          </a:prstGeom>
          <a:solidFill>
            <a:srgbClr val="3A3133"/>
          </a:solidFill>
          <a:ln/>
        </p:spPr>
        <p:txBody>
          <a:bodyPr/>
          <a:lstStyle/>
          <a:p>
            <a:endParaRPr lang="en-US"/>
          </a:p>
        </p:txBody>
      </p:sp>
      <p:sp>
        <p:nvSpPr>
          <p:cNvPr id="8" name="Text 6">
            <a:extLst>
              <a:ext uri="{FF2B5EF4-FFF2-40B4-BE49-F238E27FC236}">
                <a16:creationId xmlns:a16="http://schemas.microsoft.com/office/drawing/2014/main" id="{D9807917-981E-73EC-7112-8FCA635D135F}"/>
              </a:ext>
            </a:extLst>
          </p:cNvPr>
          <p:cNvSpPr/>
          <p:nvPr/>
        </p:nvSpPr>
        <p:spPr>
          <a:xfrm>
            <a:off x="971550" y="2254200"/>
            <a:ext cx="1638300" cy="805061"/>
          </a:xfrm>
          <a:prstGeom prst="roundRect">
            <a:avLst>
              <a:gd name="adj" fmla="val 8676"/>
            </a:avLst>
          </a:prstGeom>
          <a:solidFill>
            <a:srgbClr val="241E20"/>
          </a:solidFill>
          <a:ln w="12700">
            <a:solidFill>
              <a:srgbClr val="3A3133"/>
            </a:solidFill>
            <a:prstDash val="solid"/>
          </a:ln>
        </p:spPr>
        <p:txBody>
          <a:bodyPr wrap="square" lIns="100192" tIns="62092" rIns="49392" bIns="36692" rtlCol="0" anchor="t">
            <a:normAutofit/>
          </a:bodyPr>
          <a:lstStyle/>
          <a:p>
            <a:pPr marL="0" indent="0" algn="l">
              <a:lnSpc>
                <a:spcPts val="1680"/>
              </a:lnSpc>
              <a:buNone/>
            </a:pPr>
            <a:r>
              <a:rPr lang="en-US" sz="1200" b="1" dirty="0">
                <a:solidFill>
                  <a:srgbClr val="F5F1EE"/>
                </a:solidFill>
                <a:latin typeface="Rubik" pitchFamily="34" charset="0"/>
                <a:ea typeface="Rubik" pitchFamily="34" charset="-122"/>
                <a:cs typeface="Rubik" pitchFamily="34" charset="-120"/>
              </a:rPr>
              <a:t>Helmet kit</a:t>
            </a:r>
            <a:endParaRPr lang="en-US" sz="1200" dirty="0"/>
          </a:p>
          <a:p>
            <a:pPr marL="0" indent="0" algn="l">
              <a:lnSpc>
                <a:spcPts val="1680"/>
              </a:lnSpc>
              <a:buNone/>
            </a:pPr>
            <a:r>
              <a:rPr lang="en-US" sz="1200" dirty="0">
                <a:solidFill>
                  <a:srgbClr val="F5F1EE"/>
                </a:solidFill>
                <a:latin typeface="Rubik" pitchFamily="34" charset="0"/>
                <a:ea typeface="Rubik" pitchFamily="34" charset="-122"/>
                <a:cs typeface="Rubik" pitchFamily="34" charset="-120"/>
              </a:rPr>
              <a:t>Included in the kit</a:t>
            </a:r>
            <a:endParaRPr lang="en-US" sz="1200" dirty="0"/>
          </a:p>
        </p:txBody>
      </p:sp>
      <p:sp>
        <p:nvSpPr>
          <p:cNvPr id="9" name="Text 7">
            <a:extLst>
              <a:ext uri="{FF2B5EF4-FFF2-40B4-BE49-F238E27FC236}">
                <a16:creationId xmlns:a16="http://schemas.microsoft.com/office/drawing/2014/main" id="{F4C06914-30B9-623D-9D9E-D9DA98AC413C}"/>
              </a:ext>
            </a:extLst>
          </p:cNvPr>
          <p:cNvSpPr/>
          <p:nvPr/>
        </p:nvSpPr>
        <p:spPr>
          <a:xfrm>
            <a:off x="3511550" y="2254200"/>
            <a:ext cx="1638300" cy="591741"/>
          </a:xfrm>
          <a:prstGeom prst="roundRect">
            <a:avLst>
              <a:gd name="adj" fmla="val 11804"/>
            </a:avLst>
          </a:prstGeom>
          <a:solidFill>
            <a:srgbClr val="241E20"/>
          </a:solidFill>
          <a:ln w="12700">
            <a:solidFill>
              <a:srgbClr val="3A3133"/>
            </a:solidFill>
            <a:prstDash val="solid"/>
          </a:ln>
        </p:spPr>
        <p:txBody>
          <a:bodyPr wrap="square" lIns="100192" tIns="62092" rIns="49392" bIns="36692" rtlCol="0" anchor="t">
            <a:normAutofit/>
          </a:bodyPr>
          <a:lstStyle/>
          <a:p>
            <a:pPr marL="0" indent="0" algn="l">
              <a:lnSpc>
                <a:spcPts val="1680"/>
              </a:lnSpc>
              <a:buNone/>
            </a:pPr>
            <a:r>
              <a:rPr lang="en-US" sz="1200" b="1" dirty="0">
                <a:solidFill>
                  <a:srgbClr val="F5F1EE"/>
                </a:solidFill>
                <a:latin typeface="Rubik" pitchFamily="34" charset="0"/>
                <a:ea typeface="Rubik" pitchFamily="34" charset="-122"/>
                <a:cs typeface="Rubik" pitchFamily="34" charset="-120"/>
              </a:rPr>
              <a:t>Car harness</a:t>
            </a:r>
            <a:endParaRPr lang="en-US" sz="1200" dirty="0"/>
          </a:p>
          <a:p>
            <a:pPr marL="0" indent="0" algn="l">
              <a:lnSpc>
                <a:spcPts val="1680"/>
              </a:lnSpc>
              <a:buNone/>
            </a:pPr>
            <a:r>
              <a:rPr lang="en-US" sz="1200" dirty="0">
                <a:solidFill>
                  <a:srgbClr val="F5F1EE"/>
                </a:solidFill>
                <a:latin typeface="Rubik" pitchFamily="34" charset="0"/>
                <a:ea typeface="Rubik" pitchFamily="34" charset="-122"/>
                <a:cs typeface="Rubik" pitchFamily="34" charset="-120"/>
              </a:rPr>
              <a:t>Included in the kit</a:t>
            </a:r>
            <a:endParaRPr lang="en-US" sz="1200" dirty="0"/>
          </a:p>
        </p:txBody>
      </p:sp>
      <p:sp>
        <p:nvSpPr>
          <p:cNvPr id="10" name="Text 8">
            <a:extLst>
              <a:ext uri="{FF2B5EF4-FFF2-40B4-BE49-F238E27FC236}">
                <a16:creationId xmlns:a16="http://schemas.microsoft.com/office/drawing/2014/main" id="{8243E2A1-FD1C-17C2-5837-D81F22087AF6}"/>
              </a:ext>
            </a:extLst>
          </p:cNvPr>
          <p:cNvSpPr/>
          <p:nvPr/>
        </p:nvSpPr>
        <p:spPr>
          <a:xfrm>
            <a:off x="6051550" y="2254200"/>
            <a:ext cx="1638300" cy="805061"/>
          </a:xfrm>
          <a:prstGeom prst="roundRect">
            <a:avLst>
              <a:gd name="adj" fmla="val 8676"/>
            </a:avLst>
          </a:prstGeom>
          <a:solidFill>
            <a:srgbClr val="241E20"/>
          </a:solidFill>
          <a:ln w="12700">
            <a:solidFill>
              <a:srgbClr val="3A3133"/>
            </a:solidFill>
            <a:prstDash val="solid"/>
          </a:ln>
        </p:spPr>
        <p:txBody>
          <a:bodyPr wrap="square" lIns="100192" tIns="62092" rIns="49392" bIns="36692" rtlCol="0" anchor="t">
            <a:normAutofit/>
          </a:bodyPr>
          <a:lstStyle/>
          <a:p>
            <a:pPr marL="0" indent="0" algn="l">
              <a:lnSpc>
                <a:spcPts val="1680"/>
              </a:lnSpc>
              <a:buNone/>
            </a:pPr>
            <a:r>
              <a:rPr lang="en-US" sz="1200" b="1" dirty="0">
                <a:solidFill>
                  <a:srgbClr val="F5F1EE"/>
                </a:solidFill>
                <a:latin typeface="Rubik" pitchFamily="34" charset="0"/>
                <a:ea typeface="Rubik" pitchFamily="34" charset="-122"/>
                <a:cs typeface="Rubik" pitchFamily="34" charset="-120"/>
              </a:rPr>
              <a:t>Radio jumper</a:t>
            </a:r>
            <a:endParaRPr lang="en-US" sz="1200" dirty="0"/>
          </a:p>
          <a:p>
            <a:pPr marL="0" indent="0" algn="l">
              <a:lnSpc>
                <a:spcPts val="1680"/>
              </a:lnSpc>
              <a:buNone/>
            </a:pPr>
            <a:r>
              <a:rPr lang="en-US" sz="1200" dirty="0">
                <a:solidFill>
                  <a:srgbClr val="F5F1EE"/>
                </a:solidFill>
                <a:latin typeface="Rubik" pitchFamily="34" charset="0"/>
                <a:ea typeface="Rubik" pitchFamily="34" charset="-122"/>
                <a:cs typeface="Rubik" pitchFamily="34" charset="-120"/>
              </a:rPr>
              <a:t>Included in the kit</a:t>
            </a:r>
            <a:endParaRPr lang="en-US" sz="1200" dirty="0"/>
          </a:p>
        </p:txBody>
      </p:sp>
      <p:sp>
        <p:nvSpPr>
          <p:cNvPr id="11" name="Text 9">
            <a:extLst>
              <a:ext uri="{FF2B5EF4-FFF2-40B4-BE49-F238E27FC236}">
                <a16:creationId xmlns:a16="http://schemas.microsoft.com/office/drawing/2014/main" id="{0CCA6853-F9E0-DECD-E5D7-F74423E16F0A}"/>
              </a:ext>
            </a:extLst>
          </p:cNvPr>
          <p:cNvSpPr/>
          <p:nvPr/>
        </p:nvSpPr>
        <p:spPr>
          <a:xfrm>
            <a:off x="3511550" y="3651200"/>
            <a:ext cx="1638300" cy="591741"/>
          </a:xfrm>
          <a:prstGeom prst="roundRect">
            <a:avLst>
              <a:gd name="adj" fmla="val 11804"/>
            </a:avLst>
          </a:prstGeom>
          <a:solidFill>
            <a:srgbClr val="241E20"/>
          </a:solidFill>
          <a:ln w="12700">
            <a:solidFill>
              <a:srgbClr val="3A3133"/>
            </a:solidFill>
            <a:prstDash val="solid"/>
          </a:ln>
        </p:spPr>
        <p:txBody>
          <a:bodyPr wrap="square" lIns="100192" tIns="62092" rIns="49392" bIns="36692" rtlCol="0" anchor="t">
            <a:normAutofit/>
          </a:bodyPr>
          <a:lstStyle/>
          <a:p>
            <a:pPr marL="0" indent="0" algn="l">
              <a:lnSpc>
                <a:spcPts val="1680"/>
              </a:lnSpc>
              <a:buNone/>
            </a:pPr>
            <a:r>
              <a:rPr lang="en-US" sz="1200" b="1" dirty="0">
                <a:solidFill>
                  <a:srgbClr val="F5F1EE"/>
                </a:solidFill>
                <a:latin typeface="Rubik" pitchFamily="34" charset="0"/>
                <a:ea typeface="Rubik" pitchFamily="34" charset="-122"/>
                <a:cs typeface="Rubik" pitchFamily="34" charset="-120"/>
              </a:rPr>
              <a:t>PTT button</a:t>
            </a:r>
            <a:endParaRPr lang="en-US" sz="1200" dirty="0"/>
          </a:p>
          <a:p>
            <a:pPr marL="0" indent="0" algn="l">
              <a:lnSpc>
                <a:spcPts val="1680"/>
              </a:lnSpc>
              <a:buNone/>
            </a:pPr>
            <a:r>
              <a:rPr lang="en-US" sz="1200" dirty="0">
                <a:solidFill>
                  <a:srgbClr val="F5F1EE"/>
                </a:solidFill>
                <a:latin typeface="Rubik" pitchFamily="34" charset="0"/>
                <a:ea typeface="Rubik" pitchFamily="34" charset="-122"/>
                <a:cs typeface="Rubik" pitchFamily="34" charset="-120"/>
              </a:rPr>
              <a:t>Included in the kit</a:t>
            </a:r>
            <a:endParaRPr lang="en-US" sz="1200" dirty="0"/>
          </a:p>
        </p:txBody>
      </p:sp>
      <p:sp>
        <p:nvSpPr>
          <p:cNvPr id="12" name="Text 10">
            <a:extLst>
              <a:ext uri="{FF2B5EF4-FFF2-40B4-BE49-F238E27FC236}">
                <a16:creationId xmlns:a16="http://schemas.microsoft.com/office/drawing/2014/main" id="{97F7E9B2-1453-3635-32C5-5FAFBFA9E70E}"/>
              </a:ext>
            </a:extLst>
          </p:cNvPr>
          <p:cNvSpPr/>
          <p:nvPr/>
        </p:nvSpPr>
        <p:spPr>
          <a:xfrm>
            <a:off x="6051550" y="3651200"/>
            <a:ext cx="1638300" cy="805061"/>
          </a:xfrm>
          <a:prstGeom prst="roundRect">
            <a:avLst>
              <a:gd name="adj" fmla="val 8676"/>
            </a:avLst>
          </a:prstGeom>
          <a:solidFill>
            <a:srgbClr val="241E20"/>
          </a:solidFill>
          <a:ln w="12700">
            <a:solidFill>
              <a:srgbClr val="FF4D5A"/>
            </a:solidFill>
            <a:prstDash val="solid"/>
          </a:ln>
        </p:spPr>
        <p:txBody>
          <a:bodyPr wrap="square" lIns="100192" tIns="62092" rIns="49392" bIns="36692" rtlCol="0" anchor="t">
            <a:normAutofit/>
          </a:bodyPr>
          <a:lstStyle/>
          <a:p>
            <a:pPr marL="0" indent="0" algn="l">
              <a:lnSpc>
                <a:spcPts val="1680"/>
              </a:lnSpc>
              <a:buNone/>
            </a:pPr>
            <a:r>
              <a:rPr lang="en-US" sz="1200" b="1" dirty="0">
                <a:solidFill>
                  <a:srgbClr val="F5F1EE"/>
                </a:solidFill>
                <a:latin typeface="Rubik" pitchFamily="34" charset="0"/>
                <a:ea typeface="Rubik" pitchFamily="34" charset="-122"/>
                <a:cs typeface="Rubik" pitchFamily="34" charset="-120"/>
              </a:rPr>
              <a:t>Rugged R1 radio</a:t>
            </a:r>
            <a:endParaRPr lang="en-US" sz="1200" dirty="0"/>
          </a:p>
          <a:p>
            <a:pPr marL="0" indent="0" algn="l">
              <a:lnSpc>
                <a:spcPts val="1680"/>
              </a:lnSpc>
              <a:buNone/>
            </a:pPr>
            <a:r>
              <a:rPr lang="en-US" sz="1200" dirty="0">
                <a:solidFill>
                  <a:srgbClr val="F5F1EE"/>
                </a:solidFill>
                <a:latin typeface="Rubik" pitchFamily="34" charset="0"/>
                <a:ea typeface="Rubik" pitchFamily="34" charset="-122"/>
                <a:cs typeface="Rubik" pitchFamily="34" charset="-120"/>
              </a:rPr>
              <a:t>In the kit’s aluminum box</a:t>
            </a:r>
            <a:endParaRPr lang="en-US" sz="1200" dirty="0"/>
          </a:p>
        </p:txBody>
      </p:sp>
      <p:sp>
        <p:nvSpPr>
          <p:cNvPr id="14" name="Text 12">
            <a:extLst>
              <a:ext uri="{FF2B5EF4-FFF2-40B4-BE49-F238E27FC236}">
                <a16:creationId xmlns:a16="http://schemas.microsoft.com/office/drawing/2014/main" id="{4CFECCB4-A7FA-99FA-AD3A-7403104B9BBE}"/>
              </a:ext>
            </a:extLst>
          </p:cNvPr>
          <p:cNvSpPr/>
          <p:nvPr/>
        </p:nvSpPr>
        <p:spPr>
          <a:xfrm>
            <a:off x="9480550" y="3651200"/>
            <a:ext cx="1638300" cy="805061"/>
          </a:xfrm>
          <a:prstGeom prst="roundRect">
            <a:avLst>
              <a:gd name="adj" fmla="val 11804"/>
            </a:avLst>
          </a:prstGeom>
          <a:solidFill>
            <a:srgbClr val="241E20"/>
          </a:solidFill>
          <a:ln w="12700">
            <a:solidFill>
              <a:srgbClr val="FF4D5A"/>
            </a:solidFill>
            <a:prstDash val="solid"/>
          </a:ln>
        </p:spPr>
        <p:txBody>
          <a:bodyPr wrap="square" lIns="100192" tIns="62092" rIns="49392" bIns="36692" rtlCol="0" anchor="t">
            <a:normAutofit/>
          </a:bodyPr>
          <a:lstStyle/>
          <a:p>
            <a:pPr marL="0" indent="0" algn="l">
              <a:lnSpc>
                <a:spcPts val="1680"/>
              </a:lnSpc>
              <a:buNone/>
            </a:pPr>
            <a:r>
              <a:rPr lang="en-US" sz="1200" b="1" dirty="0">
                <a:solidFill>
                  <a:srgbClr val="F5F1EE"/>
                </a:solidFill>
                <a:latin typeface="Rubik" pitchFamily="34" charset="0"/>
                <a:ea typeface="Rubik" pitchFamily="34" charset="-122"/>
                <a:cs typeface="Rubik" pitchFamily="34" charset="-120"/>
              </a:rPr>
              <a:t>Rugged R1 radio</a:t>
            </a:r>
            <a:endParaRPr lang="en-US" sz="1200" dirty="0"/>
          </a:p>
          <a:p>
            <a:pPr marL="0" indent="0" algn="l">
              <a:lnSpc>
                <a:spcPts val="1680"/>
              </a:lnSpc>
              <a:buNone/>
            </a:pPr>
            <a:r>
              <a:rPr lang="en-US" sz="1200" dirty="0">
                <a:solidFill>
                  <a:srgbClr val="F5F1EE"/>
                </a:solidFill>
                <a:latin typeface="Rubik" pitchFamily="34" charset="0"/>
                <a:ea typeface="Rubik" pitchFamily="34" charset="-122"/>
                <a:cs typeface="Rubik" pitchFamily="34" charset="-120"/>
              </a:rPr>
              <a:t>On the crew radio belt</a:t>
            </a:r>
            <a:endParaRPr lang="en-US" sz="1200" dirty="0"/>
          </a:p>
        </p:txBody>
      </p:sp>
      <p:sp>
        <p:nvSpPr>
          <p:cNvPr id="15" name="Text 13">
            <a:extLst>
              <a:ext uri="{FF2B5EF4-FFF2-40B4-BE49-F238E27FC236}">
                <a16:creationId xmlns:a16="http://schemas.microsoft.com/office/drawing/2014/main" id="{43A6300D-4EE7-6D5D-E3EF-F998CAE0D86D}"/>
              </a:ext>
            </a:extLst>
          </p:cNvPr>
          <p:cNvSpPr/>
          <p:nvPr/>
        </p:nvSpPr>
        <p:spPr>
          <a:xfrm>
            <a:off x="9480550" y="4921200"/>
            <a:ext cx="1638300" cy="805061"/>
          </a:xfrm>
          <a:prstGeom prst="roundRect">
            <a:avLst>
              <a:gd name="adj" fmla="val 11804"/>
            </a:avLst>
          </a:prstGeom>
          <a:solidFill>
            <a:srgbClr val="241E20"/>
          </a:solidFill>
          <a:ln w="12700">
            <a:solidFill>
              <a:srgbClr val="3A3133"/>
            </a:solidFill>
            <a:prstDash val="solid"/>
          </a:ln>
        </p:spPr>
        <p:txBody>
          <a:bodyPr wrap="square" lIns="100192" tIns="62092" rIns="49392" bIns="36692" rtlCol="0" anchor="t">
            <a:normAutofit/>
          </a:bodyPr>
          <a:lstStyle/>
          <a:p>
            <a:pPr marL="0" indent="0" algn="l">
              <a:lnSpc>
                <a:spcPts val="1680"/>
              </a:lnSpc>
              <a:buNone/>
            </a:pPr>
            <a:r>
              <a:rPr lang="en-US" sz="1200" b="1" dirty="0">
                <a:solidFill>
                  <a:srgbClr val="F5F1EE"/>
                </a:solidFill>
                <a:latin typeface="Rubik" pitchFamily="34" charset="0"/>
                <a:ea typeface="Rubik" pitchFamily="34" charset="-122"/>
                <a:cs typeface="Rubik" pitchFamily="34" charset="-120"/>
              </a:rPr>
              <a:t>H42 crew headset</a:t>
            </a:r>
            <a:endParaRPr lang="en-US" sz="1200" dirty="0"/>
          </a:p>
          <a:p>
            <a:pPr marL="0" indent="0" algn="l">
              <a:lnSpc>
                <a:spcPts val="1680"/>
              </a:lnSpc>
              <a:buNone/>
            </a:pPr>
            <a:r>
              <a:rPr lang="en-US" sz="1200" dirty="0">
                <a:solidFill>
                  <a:srgbClr val="F5F1EE"/>
                </a:solidFill>
                <a:latin typeface="Rubik" pitchFamily="34" charset="0"/>
                <a:ea typeface="Rubik" pitchFamily="34" charset="-122"/>
                <a:cs typeface="Rubik" pitchFamily="34" charset="-120"/>
              </a:rPr>
              <a:t>Coil cord, with PTT</a:t>
            </a:r>
            <a:endParaRPr lang="en-US" sz="1200" dirty="0"/>
          </a:p>
        </p:txBody>
      </p:sp>
      <p:sp>
        <p:nvSpPr>
          <p:cNvPr id="16" name="Text 14">
            <a:extLst>
              <a:ext uri="{FF2B5EF4-FFF2-40B4-BE49-F238E27FC236}">
                <a16:creationId xmlns:a16="http://schemas.microsoft.com/office/drawing/2014/main" id="{FCB8EE8B-FACE-031B-1300-856398440A6E}"/>
              </a:ext>
            </a:extLst>
          </p:cNvPr>
          <p:cNvSpPr/>
          <p:nvPr/>
        </p:nvSpPr>
        <p:spPr>
          <a:xfrm>
            <a:off x="971550" y="3651200"/>
            <a:ext cx="2273300" cy="1119981"/>
          </a:xfrm>
          <a:prstGeom prst="roundRect">
            <a:avLst>
              <a:gd name="adj" fmla="val 6237"/>
            </a:avLst>
          </a:prstGeom>
          <a:solidFill>
            <a:srgbClr val="121012"/>
          </a:solidFill>
          <a:ln w="12700">
            <a:solidFill>
              <a:srgbClr val="FF4D5A"/>
            </a:solidFill>
            <a:prstDash val="dash"/>
          </a:ln>
        </p:spPr>
        <p:txBody>
          <a:bodyPr wrap="square" lIns="138292" tIns="112892" rIns="79618" bIns="87492" rtlCol="0" anchor="t">
            <a:normAutofit/>
          </a:bodyPr>
          <a:lstStyle/>
          <a:p>
            <a:pPr marL="0" indent="0" algn="l">
              <a:lnSpc>
                <a:spcPts val="1680"/>
              </a:lnSpc>
              <a:buNone/>
            </a:pPr>
            <a:r>
              <a:rPr lang="en-US" sz="1200" b="1" dirty="0">
                <a:solidFill>
                  <a:srgbClr val="FF4D5A"/>
                </a:solidFill>
                <a:latin typeface="Rubik" pitchFamily="34" charset="0"/>
                <a:ea typeface="Rubik" pitchFamily="34" charset="-122"/>
                <a:cs typeface="Rubik" pitchFamily="34" charset="-120"/>
              </a:rPr>
              <a:t>RULES COVERED</a:t>
            </a:r>
            <a:endParaRPr lang="en-US" sz="1200" dirty="0"/>
          </a:p>
          <a:p>
            <a:pPr marL="0" indent="0" algn="l">
              <a:lnSpc>
                <a:spcPts val="1680"/>
              </a:lnSpc>
              <a:buNone/>
            </a:pPr>
            <a:r>
              <a:rPr lang="en-US" sz="1200" dirty="0">
                <a:solidFill>
                  <a:srgbClr val="B9B0AE"/>
                </a:solidFill>
                <a:latin typeface="Rubik" pitchFamily="34" charset="0"/>
                <a:ea typeface="Rubik" pitchFamily="34" charset="-122"/>
                <a:cs typeface="Rubik" pitchFamily="34" charset="-120"/>
              </a:rPr>
              <a:t>Helmet B.5.1 · Egress Tech B.8.1 · Refuel D.8.3.7.2 · Battery B.10.1.1.7</a:t>
            </a:r>
            <a:endParaRPr lang="en-US" sz="1200" dirty="0"/>
          </a:p>
        </p:txBody>
      </p:sp>
      <p:pic>
        <p:nvPicPr>
          <p:cNvPr id="17" name="Image 0" descr="connector">
            <a:extLst>
              <a:ext uri="{FF2B5EF4-FFF2-40B4-BE49-F238E27FC236}">
                <a16:creationId xmlns:a16="http://schemas.microsoft.com/office/drawing/2014/main" id="{449E006C-65ED-510F-609C-67F60B3BCB7F}"/>
              </a:ext>
            </a:extLst>
          </p:cNvPr>
          <p:cNvPicPr>
            <a:picLocks noChangeAspect="1"/>
          </p:cNvPicPr>
          <p:nvPr/>
        </p:nvPicPr>
        <p:blipFill>
          <a:blip r:embed="rId3"/>
          <a:srcRect/>
          <a:stretch/>
        </p:blipFill>
        <p:spPr>
          <a:xfrm>
            <a:off x="2565400" y="2609800"/>
            <a:ext cx="990600" cy="101600"/>
          </a:xfrm>
          <a:prstGeom prst="rect">
            <a:avLst/>
          </a:prstGeom>
        </p:spPr>
      </p:pic>
      <p:pic>
        <p:nvPicPr>
          <p:cNvPr id="18" name="Image 1" descr="connector">
            <a:extLst>
              <a:ext uri="{FF2B5EF4-FFF2-40B4-BE49-F238E27FC236}">
                <a16:creationId xmlns:a16="http://schemas.microsoft.com/office/drawing/2014/main" id="{A47A6CFC-0C02-9F93-A94F-82C8F53ACFDD}"/>
              </a:ext>
            </a:extLst>
          </p:cNvPr>
          <p:cNvPicPr>
            <a:picLocks noChangeAspect="1"/>
          </p:cNvPicPr>
          <p:nvPr/>
        </p:nvPicPr>
        <p:blipFill>
          <a:blip r:embed="rId3"/>
          <a:srcRect/>
          <a:stretch/>
        </p:blipFill>
        <p:spPr>
          <a:xfrm>
            <a:off x="5105400" y="2609800"/>
            <a:ext cx="990600" cy="101600"/>
          </a:xfrm>
          <a:prstGeom prst="rect">
            <a:avLst/>
          </a:prstGeom>
        </p:spPr>
      </p:pic>
      <p:pic>
        <p:nvPicPr>
          <p:cNvPr id="19" name="Image 2" descr="connector">
            <a:extLst>
              <a:ext uri="{FF2B5EF4-FFF2-40B4-BE49-F238E27FC236}">
                <a16:creationId xmlns:a16="http://schemas.microsoft.com/office/drawing/2014/main" id="{52D40E07-EC13-A6D5-BBD2-E63E446846E8}"/>
              </a:ext>
            </a:extLst>
          </p:cNvPr>
          <p:cNvPicPr>
            <a:picLocks noChangeAspect="1"/>
          </p:cNvPicPr>
          <p:nvPr/>
        </p:nvPicPr>
        <p:blipFill>
          <a:blip r:embed="rId4"/>
          <a:srcRect/>
          <a:stretch/>
        </p:blipFill>
        <p:spPr>
          <a:xfrm>
            <a:off x="4279900" y="3022550"/>
            <a:ext cx="101600" cy="673100"/>
          </a:xfrm>
          <a:prstGeom prst="rect">
            <a:avLst/>
          </a:prstGeom>
        </p:spPr>
      </p:pic>
      <p:pic>
        <p:nvPicPr>
          <p:cNvPr id="20" name="Image 3" descr="connector">
            <a:extLst>
              <a:ext uri="{FF2B5EF4-FFF2-40B4-BE49-F238E27FC236}">
                <a16:creationId xmlns:a16="http://schemas.microsoft.com/office/drawing/2014/main" id="{56DD2D9B-52A7-5D3B-780F-0FEEE110E301}"/>
              </a:ext>
            </a:extLst>
          </p:cNvPr>
          <p:cNvPicPr>
            <a:picLocks noChangeAspect="1"/>
          </p:cNvPicPr>
          <p:nvPr/>
        </p:nvPicPr>
        <p:blipFill>
          <a:blip r:embed="rId5"/>
          <a:srcRect/>
          <a:stretch/>
        </p:blipFill>
        <p:spPr>
          <a:xfrm>
            <a:off x="6819900" y="3022550"/>
            <a:ext cx="101600" cy="673100"/>
          </a:xfrm>
          <a:prstGeom prst="rect">
            <a:avLst/>
          </a:prstGeom>
        </p:spPr>
      </p:pic>
      <p:pic>
        <p:nvPicPr>
          <p:cNvPr id="22" name="Image 5" descr="connector">
            <a:extLst>
              <a:ext uri="{FF2B5EF4-FFF2-40B4-BE49-F238E27FC236}">
                <a16:creationId xmlns:a16="http://schemas.microsoft.com/office/drawing/2014/main" id="{09414052-5988-5135-AFAB-8DB50A883F52}"/>
              </a:ext>
            </a:extLst>
          </p:cNvPr>
          <p:cNvPicPr>
            <a:picLocks noChangeAspect="1"/>
          </p:cNvPicPr>
          <p:nvPr/>
        </p:nvPicPr>
        <p:blipFill>
          <a:blip r:embed="rId6"/>
          <a:srcRect/>
          <a:stretch/>
        </p:blipFill>
        <p:spPr>
          <a:xfrm>
            <a:off x="10248900" y="4419550"/>
            <a:ext cx="101600" cy="546100"/>
          </a:xfrm>
          <a:prstGeom prst="rect">
            <a:avLst/>
          </a:prstGeom>
        </p:spPr>
      </p:pic>
      <p:pic>
        <p:nvPicPr>
          <p:cNvPr id="23" name="Image 6" descr="connector">
            <a:extLst>
              <a:ext uri="{FF2B5EF4-FFF2-40B4-BE49-F238E27FC236}">
                <a16:creationId xmlns:a16="http://schemas.microsoft.com/office/drawing/2014/main" id="{CA7948A2-EAD5-BF7F-182C-A01CAEC7CFF5}"/>
              </a:ext>
            </a:extLst>
          </p:cNvPr>
          <p:cNvPicPr>
            <a:picLocks noChangeAspect="1"/>
          </p:cNvPicPr>
          <p:nvPr/>
        </p:nvPicPr>
        <p:blipFill>
          <a:blip r:embed="rId7"/>
          <a:srcRect/>
          <a:stretch/>
        </p:blipFill>
        <p:spPr>
          <a:xfrm>
            <a:off x="7632700" y="3886200"/>
            <a:ext cx="1905000" cy="127000"/>
          </a:xfrm>
          <a:prstGeom prst="rect">
            <a:avLst/>
          </a:prstGeom>
        </p:spPr>
      </p:pic>
      <p:sp>
        <p:nvSpPr>
          <p:cNvPr id="24" name="Text 15">
            <a:extLst>
              <a:ext uri="{FF2B5EF4-FFF2-40B4-BE49-F238E27FC236}">
                <a16:creationId xmlns:a16="http://schemas.microsoft.com/office/drawing/2014/main" id="{7A68A1D4-833D-4C56-F77C-16F90FAD0F9B}"/>
              </a:ext>
            </a:extLst>
          </p:cNvPr>
          <p:cNvSpPr/>
          <p:nvPr/>
        </p:nvSpPr>
        <p:spPr>
          <a:xfrm>
            <a:off x="2641600" y="2711400"/>
            <a:ext cx="838200" cy="665361"/>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B9B0AE"/>
                </a:solidFill>
                <a:latin typeface="Rubik" pitchFamily="34" charset="0"/>
                <a:ea typeface="Rubik" pitchFamily="34" charset="-122"/>
                <a:cs typeface="Rubik" pitchFamily="34" charset="-120"/>
              </a:rPr>
              <a:t>Quick release cord</a:t>
            </a:r>
            <a:endParaRPr lang="en-US" sz="1200" dirty="0"/>
          </a:p>
        </p:txBody>
      </p:sp>
      <p:sp>
        <p:nvSpPr>
          <p:cNvPr id="26" name="Text 17">
            <a:extLst>
              <a:ext uri="{FF2B5EF4-FFF2-40B4-BE49-F238E27FC236}">
                <a16:creationId xmlns:a16="http://schemas.microsoft.com/office/drawing/2014/main" id="{70B7947D-3591-7B94-1566-79DA842DF5D1}"/>
              </a:ext>
            </a:extLst>
          </p:cNvPr>
          <p:cNvSpPr/>
          <p:nvPr/>
        </p:nvSpPr>
        <p:spPr>
          <a:xfrm>
            <a:off x="7772400" y="3190875"/>
            <a:ext cx="1625600" cy="665361"/>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FF4D5A"/>
                </a:solidFill>
                <a:latin typeface="Rubik" pitchFamily="34" charset="0"/>
                <a:ea typeface="Rubik" pitchFamily="34" charset="-122"/>
                <a:cs typeface="Rubik" pitchFamily="34" charset="-120"/>
              </a:rPr>
              <a:t>Business band · 5 W</a:t>
            </a:r>
            <a:endParaRPr lang="en-US" sz="1200" dirty="0"/>
          </a:p>
          <a:p>
            <a:pPr marL="0" indent="0" algn="ctr">
              <a:lnSpc>
                <a:spcPts val="1680"/>
              </a:lnSpc>
              <a:buNone/>
            </a:pPr>
            <a:r>
              <a:rPr lang="en-US" sz="1200" b="1" dirty="0">
                <a:solidFill>
                  <a:srgbClr val="F5F1EE"/>
                </a:solidFill>
                <a:latin typeface="Rubik" pitchFamily="34" charset="0"/>
                <a:ea typeface="Rubik" pitchFamily="34" charset="-122"/>
                <a:cs typeface="Rubik" pitchFamily="34" charset="-120"/>
              </a:rPr>
              <a:t>FCC license needed</a:t>
            </a:r>
            <a:endParaRPr lang="en-US" sz="1200" dirty="0"/>
          </a:p>
          <a:p>
            <a:pPr marL="0" indent="0" algn="ctr">
              <a:lnSpc>
                <a:spcPts val="1680"/>
              </a:lnSpc>
              <a:buNone/>
            </a:pPr>
            <a:r>
              <a:rPr lang="en-US" sz="1200" dirty="0">
                <a:solidFill>
                  <a:srgbClr val="FF4D5A"/>
                </a:solidFill>
                <a:latin typeface="Rubik" pitchFamily="34" charset="0"/>
                <a:ea typeface="Rubik" pitchFamily="34" charset="-122"/>
                <a:cs typeface="Rubik" pitchFamily="34" charset="-120"/>
              </a:rPr>
              <a:t>Range not published</a:t>
            </a:r>
            <a:endParaRPr lang="en-US" sz="1200" dirty="0"/>
          </a:p>
        </p:txBody>
      </p:sp>
      <p:sp>
        <p:nvSpPr>
          <p:cNvPr id="27" name="Text 18">
            <a:extLst>
              <a:ext uri="{FF2B5EF4-FFF2-40B4-BE49-F238E27FC236}">
                <a16:creationId xmlns:a16="http://schemas.microsoft.com/office/drawing/2014/main" id="{5414343C-AADE-E384-70CC-5A0B9220E5A7}"/>
              </a:ext>
            </a:extLst>
          </p:cNvPr>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B9B0AE"/>
                </a:solidFill>
                <a:latin typeface="Rubik" pitchFamily="34" charset="0"/>
                <a:ea typeface="Rubik" pitchFamily="34" charset="-122"/>
                <a:cs typeface="Rubik" pitchFamily="34" charset="-120"/>
              </a:rPr>
              <a:t>09</a:t>
            </a:r>
            <a:endParaRPr lang="en-US" sz="1200" dirty="0"/>
          </a:p>
        </p:txBody>
      </p:sp>
    </p:spTree>
    <p:extLst>
      <p:ext uri="{BB962C8B-B14F-4D97-AF65-F5344CB8AC3E}">
        <p14:creationId xmlns:p14="http://schemas.microsoft.com/office/powerpoint/2010/main" val="20774705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7">
    <p:bg>
      <p:bgPr>
        <a:solidFill>
          <a:srgbClr val="121012"/>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kern="0" spc="50" dirty="0">
                <a:solidFill>
                  <a:srgbClr val="F5F1EE"/>
                </a:solidFill>
                <a:latin typeface="Oswald" pitchFamily="34" charset="0"/>
                <a:ea typeface="Oswald" pitchFamily="34" charset="-122"/>
                <a:cs typeface="Oswald" pitchFamily="34" charset="-120"/>
              </a:rPr>
              <a:t>WHAT IT COSTS</a:t>
            </a:r>
            <a:endParaRPr lang="en-US" sz="3600" dirty="0"/>
          </a:p>
        </p:txBody>
      </p:sp>
      <p:sp>
        <p:nvSpPr>
          <p:cNvPr id="3" name="Shape 1"/>
          <p:cNvSpPr/>
          <p:nvPr/>
        </p:nvSpPr>
        <p:spPr>
          <a:xfrm>
            <a:off x="812800" y="1518890"/>
            <a:ext cx="2794000" cy="2659261"/>
          </a:xfrm>
          <a:prstGeom prst="roundRect">
            <a:avLst>
              <a:gd name="adj" fmla="val 3821"/>
            </a:avLst>
          </a:prstGeom>
          <a:solidFill>
            <a:srgbClr val="241E20"/>
          </a:solidFill>
          <a:ln/>
        </p:spPr>
        <p:txBody>
          <a:bodyPr/>
          <a:lstStyle/>
          <a:p>
            <a:endParaRPr lang="en-US"/>
          </a:p>
        </p:txBody>
      </p:sp>
      <p:sp>
        <p:nvSpPr>
          <p:cNvPr id="4" name="Shape 2"/>
          <p:cNvSpPr/>
          <p:nvPr/>
        </p:nvSpPr>
        <p:spPr>
          <a:xfrm>
            <a:off x="812800" y="1518890"/>
            <a:ext cx="2794000" cy="2659261"/>
          </a:xfrm>
          <a:custGeom>
            <a:avLst/>
            <a:gdLst/>
            <a:ahLst/>
            <a:cxnLst/>
            <a:rect l="l" t="t" r="r" b="b"/>
            <a:pathLst>
              <a:path w="2794000" h="2659261">
                <a:moveTo>
                  <a:pt x="0" y="101600"/>
                </a:moveTo>
                <a:lnTo>
                  <a:pt x="0" y="101600"/>
                </a:lnTo>
                <a:arcTo wR="101600" hR="101600" stAng="10800000" swAng="5400000"/>
                <a:lnTo>
                  <a:pt x="2692400" y="0"/>
                </a:lnTo>
                <a:arcTo wR="101600" hR="101600" stAng="16200000" swAng="5400000"/>
                <a:lnTo>
                  <a:pt x="2794000" y="101600"/>
                </a:lnTo>
                <a:arcTo wR="101600" hR="63500" stAng="0" swAng="-5400000"/>
                <a:lnTo>
                  <a:pt x="101600" y="38100"/>
                </a:lnTo>
                <a:arcTo wR="101600" hR="63500" stAng="16200000" swAng="-5400000"/>
                <a:close/>
              </a:path>
            </a:pathLst>
          </a:custGeom>
          <a:solidFill>
            <a:srgbClr val="C8102E"/>
          </a:solidFill>
          <a:ln/>
        </p:spPr>
        <p:txBody>
          <a:bodyPr/>
          <a:lstStyle/>
          <a:p>
            <a:endParaRPr lang="en-US"/>
          </a:p>
        </p:txBody>
      </p:sp>
      <p:sp>
        <p:nvSpPr>
          <p:cNvPr id="5" name="Text 3"/>
          <p:cNvSpPr/>
          <p:nvPr/>
        </p:nvSpPr>
        <p:spPr>
          <a:xfrm>
            <a:off x="1066800" y="1810990"/>
            <a:ext cx="2354580" cy="1041400"/>
          </a:xfrm>
          <a:prstGeom prst="rect">
            <a:avLst/>
          </a:prstGeom>
          <a:noFill/>
          <a:ln/>
        </p:spPr>
        <p:txBody>
          <a:bodyPr wrap="square" lIns="0" tIns="0" rIns="0" bIns="0" rtlCol="0" anchor="t">
            <a:normAutofit fontScale="77500" lnSpcReduction="20000"/>
          </a:bodyPr>
          <a:lstStyle/>
          <a:p>
            <a:pPr marL="0" indent="0" algn="l">
              <a:lnSpc>
                <a:spcPts val="8000"/>
              </a:lnSpc>
              <a:buNone/>
            </a:pPr>
            <a:r>
              <a:rPr lang="en-US" sz="8000" b="1" dirty="0">
                <a:solidFill>
                  <a:srgbClr val="FF4D5A"/>
                </a:solidFill>
                <a:latin typeface="Oswald" pitchFamily="34" charset="0"/>
                <a:ea typeface="Oswald" pitchFamily="34" charset="-122"/>
                <a:cs typeface="Oswald" pitchFamily="34" charset="-120"/>
              </a:rPr>
              <a:t>$677.17</a:t>
            </a:r>
            <a:endParaRPr lang="en-US" sz="8000" dirty="0"/>
          </a:p>
        </p:txBody>
      </p:sp>
      <p:sp>
        <p:nvSpPr>
          <p:cNvPr id="6" name="Text 4"/>
          <p:cNvSpPr/>
          <p:nvPr/>
        </p:nvSpPr>
        <p:spPr>
          <a:xfrm>
            <a:off x="1066800" y="2877790"/>
            <a:ext cx="2354580" cy="59432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5F1EE"/>
                </a:solidFill>
                <a:latin typeface="Rubik" pitchFamily="34" charset="0"/>
                <a:ea typeface="Rubik" pitchFamily="34" charset="-122"/>
                <a:cs typeface="Rubik" pitchFamily="34" charset="-120"/>
              </a:rPr>
              <a:t>About 45% of our $1,500 controls goal</a:t>
            </a:r>
            <a:endParaRPr lang="en-US" sz="1600" dirty="0"/>
          </a:p>
        </p:txBody>
      </p:sp>
      <p:sp>
        <p:nvSpPr>
          <p:cNvPr id="7" name="Text 5"/>
          <p:cNvSpPr/>
          <p:nvPr/>
        </p:nvSpPr>
        <p:spPr>
          <a:xfrm>
            <a:off x="1066800" y="3497511"/>
            <a:ext cx="235458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9B0AE"/>
                </a:solidFill>
                <a:latin typeface="Rubik" pitchFamily="34" charset="0"/>
                <a:ea typeface="Rubik" pitchFamily="34" charset="-122"/>
                <a:cs typeface="Rubik" pitchFamily="34" charset="-120"/>
              </a:rPr>
              <a:t>Complete kit, including a spare radio battery</a:t>
            </a:r>
            <a:endParaRPr lang="en-US" sz="1200" dirty="0"/>
          </a:p>
        </p:txBody>
      </p:sp>
      <p:graphicFrame>
        <p:nvGraphicFramePr>
          <p:cNvPr id="8" name="Table 0"/>
          <p:cNvGraphicFramePr>
            <a:graphicFrameLocks noGrp="1"/>
          </p:cNvGraphicFramePr>
          <p:nvPr>
            <p:extLst>
              <p:ext uri="{D42A27DB-BD31-4B8C-83A1-F6EECF244321}">
                <p14:modId xmlns:p14="http://schemas.microsoft.com/office/powerpoint/2010/main" val="1839604564"/>
              </p:ext>
            </p:extLst>
          </p:nvPr>
        </p:nvGraphicFramePr>
        <p:xfrm>
          <a:off x="3924300" y="1531590"/>
          <a:ext cx="7454900" cy="2851873"/>
        </p:xfrm>
        <a:graphic>
          <a:graphicData uri="http://schemas.openxmlformats.org/drawingml/2006/table">
            <a:tbl>
              <a:tblPr/>
              <a:tblGrid>
                <a:gridCol w="4174744">
                  <a:extLst>
                    <a:ext uri="{9D8B030D-6E8A-4147-A177-3AD203B41FA5}">
                      <a16:colId xmlns:a16="http://schemas.microsoft.com/office/drawing/2014/main" val="20000"/>
                    </a:ext>
                  </a:extLst>
                </a:gridCol>
                <a:gridCol w="745490">
                  <a:extLst>
                    <a:ext uri="{9D8B030D-6E8A-4147-A177-3AD203B41FA5}">
                      <a16:colId xmlns:a16="http://schemas.microsoft.com/office/drawing/2014/main" val="20001"/>
                    </a:ext>
                  </a:extLst>
                </a:gridCol>
                <a:gridCol w="1192784">
                  <a:extLst>
                    <a:ext uri="{9D8B030D-6E8A-4147-A177-3AD203B41FA5}">
                      <a16:colId xmlns:a16="http://schemas.microsoft.com/office/drawing/2014/main" val="20002"/>
                    </a:ext>
                  </a:extLst>
                </a:gridCol>
                <a:gridCol w="1341882">
                  <a:extLst>
                    <a:ext uri="{9D8B030D-6E8A-4147-A177-3AD203B41FA5}">
                      <a16:colId xmlns:a16="http://schemas.microsoft.com/office/drawing/2014/main" val="20003"/>
                    </a:ext>
                  </a:extLst>
                </a:gridCol>
              </a:tblGrid>
              <a:tr h="332680">
                <a:tc>
                  <a:txBody>
                    <a:bodyPr/>
                    <a:lstStyle/>
                    <a:p>
                      <a:pPr marL="0" indent="0">
                        <a:lnSpc>
                          <a:spcPts val="1680"/>
                        </a:lnSpc>
                        <a:buNone/>
                      </a:pPr>
                      <a:r>
                        <a:rPr lang="en-US" sz="1200" b="1" dirty="0">
                          <a:solidFill>
                            <a:srgbClr val="F5F1EE"/>
                          </a:solidFill>
                          <a:latin typeface="Rubik" pitchFamily="34" charset="0"/>
                          <a:ea typeface="Rubik" pitchFamily="34" charset="-122"/>
                          <a:cs typeface="Rubik" pitchFamily="34" charset="-120"/>
                        </a:rPr>
                        <a:t>Item</a:t>
                      </a:r>
                      <a:endParaRPr lang="en-US" sz="1200" dirty="0">
                        <a:latin typeface="Rubik" charset="0"/>
                        <a:ea typeface="Rubik" charset="0"/>
                        <a:cs typeface="Rubik" charset="0"/>
                      </a:endParaRPr>
                    </a:p>
                  </a:txBody>
                  <a:tcPr marL="53340" marR="53340" marT="53340" marB="53340">
                    <a:lnL w="12700" cap="flat" cmpd="sng" algn="ctr">
                      <a:solidFill>
                        <a:srgbClr val="454344"/>
                      </a:solidFill>
                      <a:prstDash val="solid"/>
                      <a:round/>
                      <a:headEnd type="none" w="med" len="med"/>
                      <a:tailEnd type="none" w="med" len="med"/>
                    </a:lnL>
                    <a:lnR w="12700" cap="flat" cmpd="sng" algn="ctr">
                      <a:solidFill>
                        <a:srgbClr val="D3435A"/>
                      </a:solidFill>
                      <a:prstDash val="solid"/>
                      <a:round/>
                      <a:headEnd type="none" w="med" len="med"/>
                      <a:tailEnd type="none" w="med" len="med"/>
                    </a:lnR>
                    <a:lnT w="12700" cap="flat" cmpd="sng" algn="ctr">
                      <a:solidFill>
                        <a:srgbClr val="454344"/>
                      </a:solidFill>
                      <a:prstDash val="solid"/>
                      <a:round/>
                      <a:headEnd type="none" w="med" len="med"/>
                      <a:tailEnd type="none" w="med" len="med"/>
                    </a:lnT>
                    <a:lnB w="12700" cap="flat" cmpd="sng" algn="ctr">
                      <a:solidFill>
                        <a:srgbClr val="D3435A"/>
                      </a:solidFill>
                      <a:prstDash val="solid"/>
                      <a:round/>
                      <a:headEnd type="none" w="med" len="med"/>
                      <a:tailEnd type="none" w="med" len="med"/>
                    </a:lnB>
                    <a:solidFill>
                      <a:srgbClr val="C8102E"/>
                    </a:solidFill>
                  </a:tcPr>
                </a:tc>
                <a:tc>
                  <a:txBody>
                    <a:bodyPr/>
                    <a:lstStyle/>
                    <a:p>
                      <a:pPr marL="0" indent="0" algn="r">
                        <a:lnSpc>
                          <a:spcPts val="1680"/>
                        </a:lnSpc>
                        <a:buNone/>
                      </a:pPr>
                      <a:r>
                        <a:rPr lang="en-US" sz="1200" b="1" dirty="0">
                          <a:solidFill>
                            <a:srgbClr val="F5F1EE"/>
                          </a:solidFill>
                          <a:latin typeface="Rubik" pitchFamily="34" charset="0"/>
                          <a:ea typeface="Rubik" pitchFamily="34" charset="-122"/>
                          <a:cs typeface="Rubik" pitchFamily="34" charset="-120"/>
                        </a:rPr>
                        <a:t>Qty</a:t>
                      </a:r>
                      <a:endParaRPr lang="en-US" sz="1200" dirty="0">
                        <a:latin typeface="Rubik" charset="0"/>
                        <a:ea typeface="Rubik" charset="0"/>
                        <a:cs typeface="Rubik" charset="0"/>
                      </a:endParaRPr>
                    </a:p>
                  </a:txBody>
                  <a:tcPr marL="53340" marR="53340" marT="53340" marB="53340">
                    <a:lnL w="12700" cap="flat" cmpd="sng" algn="ctr">
                      <a:solidFill>
                        <a:srgbClr val="D3435A"/>
                      </a:solidFill>
                      <a:prstDash val="solid"/>
                      <a:round/>
                      <a:headEnd type="none" w="med" len="med"/>
                      <a:tailEnd type="none" w="med" len="med"/>
                    </a:lnL>
                    <a:lnR w="12700" cap="flat" cmpd="sng" algn="ctr">
                      <a:solidFill>
                        <a:srgbClr val="D3435A"/>
                      </a:solidFill>
                      <a:prstDash val="solid"/>
                      <a:round/>
                      <a:headEnd type="none" w="med" len="med"/>
                      <a:tailEnd type="none" w="med" len="med"/>
                    </a:lnR>
                    <a:lnT w="12700" cap="flat" cmpd="sng" algn="ctr">
                      <a:solidFill>
                        <a:srgbClr val="454344"/>
                      </a:solidFill>
                      <a:prstDash val="solid"/>
                      <a:round/>
                      <a:headEnd type="none" w="med" len="med"/>
                      <a:tailEnd type="none" w="med" len="med"/>
                    </a:lnT>
                    <a:lnB w="12700" cap="flat" cmpd="sng" algn="ctr">
                      <a:solidFill>
                        <a:srgbClr val="D3435A"/>
                      </a:solidFill>
                      <a:prstDash val="solid"/>
                      <a:round/>
                      <a:headEnd type="none" w="med" len="med"/>
                      <a:tailEnd type="none" w="med" len="med"/>
                    </a:lnB>
                    <a:solidFill>
                      <a:srgbClr val="C8102E"/>
                    </a:solidFill>
                  </a:tcPr>
                </a:tc>
                <a:tc>
                  <a:txBody>
                    <a:bodyPr/>
                    <a:lstStyle/>
                    <a:p>
                      <a:pPr marL="0" indent="0" algn="r">
                        <a:lnSpc>
                          <a:spcPts val="1680"/>
                        </a:lnSpc>
                        <a:buNone/>
                      </a:pPr>
                      <a:r>
                        <a:rPr lang="en-US" sz="1200" b="1" dirty="0">
                          <a:solidFill>
                            <a:srgbClr val="F5F1EE"/>
                          </a:solidFill>
                          <a:latin typeface="Rubik" pitchFamily="34" charset="0"/>
                          <a:ea typeface="Rubik" pitchFamily="34" charset="-122"/>
                          <a:cs typeface="Rubik" pitchFamily="34" charset="-120"/>
                        </a:rPr>
                        <a:t>Unit</a:t>
                      </a:r>
                      <a:endParaRPr lang="en-US" sz="1200" dirty="0">
                        <a:latin typeface="Rubik" charset="0"/>
                        <a:ea typeface="Rubik" charset="0"/>
                        <a:cs typeface="Rubik" charset="0"/>
                      </a:endParaRPr>
                    </a:p>
                  </a:txBody>
                  <a:tcPr marL="53340" marR="53340" marT="53340" marB="53340">
                    <a:lnL w="12700" cap="flat" cmpd="sng" algn="ctr">
                      <a:solidFill>
                        <a:srgbClr val="D3435A"/>
                      </a:solidFill>
                      <a:prstDash val="solid"/>
                      <a:round/>
                      <a:headEnd type="none" w="med" len="med"/>
                      <a:tailEnd type="none" w="med" len="med"/>
                    </a:lnL>
                    <a:lnR w="12700" cap="flat" cmpd="sng" algn="ctr">
                      <a:solidFill>
                        <a:srgbClr val="D3435A"/>
                      </a:solidFill>
                      <a:prstDash val="solid"/>
                      <a:round/>
                      <a:headEnd type="none" w="med" len="med"/>
                      <a:tailEnd type="none" w="med" len="med"/>
                    </a:lnR>
                    <a:lnT w="12700" cap="flat" cmpd="sng" algn="ctr">
                      <a:solidFill>
                        <a:srgbClr val="454344"/>
                      </a:solidFill>
                      <a:prstDash val="solid"/>
                      <a:round/>
                      <a:headEnd type="none" w="med" len="med"/>
                      <a:tailEnd type="none" w="med" len="med"/>
                    </a:lnT>
                    <a:lnB w="12700" cap="flat" cmpd="sng" algn="ctr">
                      <a:solidFill>
                        <a:srgbClr val="D3435A"/>
                      </a:solidFill>
                      <a:prstDash val="solid"/>
                      <a:round/>
                      <a:headEnd type="none" w="med" len="med"/>
                      <a:tailEnd type="none" w="med" len="med"/>
                    </a:lnB>
                    <a:solidFill>
                      <a:srgbClr val="C8102E"/>
                    </a:solidFill>
                  </a:tcPr>
                </a:tc>
                <a:tc>
                  <a:txBody>
                    <a:bodyPr/>
                    <a:lstStyle/>
                    <a:p>
                      <a:pPr marL="0" indent="0" algn="r">
                        <a:lnSpc>
                          <a:spcPts val="1680"/>
                        </a:lnSpc>
                        <a:buNone/>
                      </a:pPr>
                      <a:r>
                        <a:rPr lang="en-US" sz="1200" b="1" dirty="0">
                          <a:solidFill>
                            <a:srgbClr val="F5F1EE"/>
                          </a:solidFill>
                          <a:latin typeface="Rubik" pitchFamily="34" charset="0"/>
                          <a:ea typeface="Rubik" pitchFamily="34" charset="-122"/>
                          <a:cs typeface="Rubik" pitchFamily="34" charset="-120"/>
                        </a:rPr>
                        <a:t>Total</a:t>
                      </a:r>
                      <a:endParaRPr lang="en-US" sz="1200" dirty="0">
                        <a:latin typeface="Rubik" charset="0"/>
                        <a:ea typeface="Rubik" charset="0"/>
                        <a:cs typeface="Rubik" charset="0"/>
                      </a:endParaRPr>
                    </a:p>
                  </a:txBody>
                  <a:tcPr marL="53340" marR="53340" marT="53340" marB="53340">
                    <a:lnL w="12700" cap="flat" cmpd="sng" algn="ctr">
                      <a:solidFill>
                        <a:srgbClr val="D3435A"/>
                      </a:solidFill>
                      <a:prstDash val="solid"/>
                      <a:round/>
                      <a:headEnd type="none" w="med" len="med"/>
                      <a:tailEnd type="none" w="med" len="med"/>
                    </a:lnL>
                    <a:lnR w="12700" cap="flat" cmpd="sng" algn="ctr">
                      <a:solidFill>
                        <a:srgbClr val="D3435A"/>
                      </a:solidFill>
                      <a:prstDash val="solid"/>
                      <a:round/>
                      <a:headEnd type="none" w="med" len="med"/>
                      <a:tailEnd type="none" w="med" len="med"/>
                    </a:lnR>
                    <a:lnT w="12700" cap="flat" cmpd="sng" algn="ctr">
                      <a:solidFill>
                        <a:srgbClr val="454344"/>
                      </a:solidFill>
                      <a:prstDash val="solid"/>
                      <a:round/>
                      <a:headEnd type="none" w="med" len="med"/>
                      <a:tailEnd type="none" w="med" len="med"/>
                    </a:lnT>
                    <a:lnB w="12700" cap="flat" cmpd="sng" algn="ctr">
                      <a:solidFill>
                        <a:srgbClr val="D3435A"/>
                      </a:solidFill>
                      <a:prstDash val="solid"/>
                      <a:round/>
                      <a:headEnd type="none" w="med" len="med"/>
                      <a:tailEnd type="none" w="med" len="med"/>
                    </a:lnB>
                    <a:solidFill>
                      <a:srgbClr val="C8102E"/>
                    </a:solidFill>
                  </a:tcPr>
                </a:tc>
                <a:extLst>
                  <a:ext uri="{0D108BD9-81ED-4DB2-BD59-A6C34878D82A}">
                    <a16:rowId xmlns:a16="http://schemas.microsoft.com/office/drawing/2014/main" val="10000"/>
                  </a:ext>
                </a:extLst>
              </a:tr>
              <a:tr h="332680">
                <a:tc>
                  <a:txBody>
                    <a:bodyPr/>
                    <a:lstStyle/>
                    <a:p>
                      <a:pPr marL="0" indent="0">
                        <a:lnSpc>
                          <a:spcPts val="1680"/>
                        </a:lnSpc>
                        <a:buNone/>
                      </a:pPr>
                      <a:r>
                        <a:rPr lang="en-US" sz="1200" dirty="0">
                          <a:solidFill>
                            <a:srgbClr val="F5F1EE"/>
                          </a:solidFill>
                          <a:latin typeface="Rubik" pitchFamily="34" charset="0"/>
                          <a:ea typeface="Rubik" pitchFamily="34" charset="-122"/>
                          <a:cs typeface="Rubik" pitchFamily="34" charset="-120"/>
                        </a:rPr>
                        <a:t>Rugged Offroad Driver Kit (SS-KIT)</a:t>
                      </a:r>
                      <a:endParaRPr lang="en-US" sz="1200" dirty="0">
                        <a:latin typeface="Rubik" charset="0"/>
                        <a:ea typeface="Rubik" charset="0"/>
                        <a:cs typeface="Rubik" charset="0"/>
                      </a:endParaRPr>
                    </a:p>
                  </a:txBody>
                  <a:tcPr marL="53340" marR="53340" marT="53340" marB="53340">
                    <a:lnL w="12700" cap="flat" cmpd="sng" algn="ctr">
                      <a:solidFill>
                        <a:srgbClr val="454344"/>
                      </a:solidFill>
                      <a:prstDash val="solid"/>
                      <a:round/>
                      <a:headEnd type="none" w="med" len="med"/>
                      <a:tailEnd type="none" w="med" len="med"/>
                    </a:lnL>
                    <a:lnR w="12700" cap="flat" cmpd="sng" algn="ctr">
                      <a:solidFill>
                        <a:srgbClr val="534E4F"/>
                      </a:solidFill>
                      <a:prstDash val="solid"/>
                      <a:round/>
                      <a:headEnd type="none" w="med" len="med"/>
                      <a:tailEnd type="none" w="med" len="med"/>
                    </a:lnR>
                    <a:lnT w="12700" cap="flat" cmpd="sng" algn="ctr">
                      <a:solidFill>
                        <a:srgbClr val="D3435A"/>
                      </a:solidFill>
                      <a:prstDash val="solid"/>
                      <a:round/>
                      <a:headEnd type="none" w="med" len="med"/>
                      <a:tailEnd type="none" w="med" len="med"/>
                    </a:lnT>
                    <a:lnB w="12700" cap="flat" cmpd="sng" algn="ctr">
                      <a:solidFill>
                        <a:srgbClr val="534E4F"/>
                      </a:solidFill>
                      <a:prstDash val="solid"/>
                      <a:round/>
                      <a:headEnd type="none" w="med" len="med"/>
                      <a:tailEnd type="none" w="med" len="med"/>
                    </a:lnB>
                    <a:solidFill>
                      <a:srgbClr val="241E20"/>
                    </a:solidFill>
                  </a:tcPr>
                </a:tc>
                <a:tc>
                  <a:txBody>
                    <a:bodyPr/>
                    <a:lstStyle/>
                    <a:p>
                      <a:pPr marL="0" indent="0" algn="r">
                        <a:lnSpc>
                          <a:spcPts val="1680"/>
                        </a:lnSpc>
                        <a:buNone/>
                      </a:pPr>
                      <a:r>
                        <a:rPr lang="en-US" sz="1200" dirty="0">
                          <a:solidFill>
                            <a:srgbClr val="F5F1EE"/>
                          </a:solidFill>
                          <a:latin typeface="Rubik" pitchFamily="34" charset="0"/>
                          <a:ea typeface="Rubik" pitchFamily="34" charset="-122"/>
                          <a:cs typeface="Rubik" pitchFamily="34" charset="-120"/>
                        </a:rPr>
                        <a:t>1</a:t>
                      </a:r>
                      <a:endParaRPr lang="en-US" sz="1200" dirty="0">
                        <a:latin typeface="Rubik" charset="0"/>
                        <a:ea typeface="Rubik" charset="0"/>
                        <a:cs typeface="Rubik" charset="0"/>
                      </a:endParaRPr>
                    </a:p>
                  </a:txBody>
                  <a:tcPr marL="53340" marR="53340" marT="53340" marB="53340">
                    <a:lnL w="12700" cap="flat" cmpd="sng" algn="ctr">
                      <a:solidFill>
                        <a:srgbClr val="534E4F"/>
                      </a:solidFill>
                      <a:prstDash val="solid"/>
                      <a:round/>
                      <a:headEnd type="none" w="med" len="med"/>
                      <a:tailEnd type="none" w="med" len="med"/>
                    </a:lnL>
                    <a:lnR w="12700" cap="flat" cmpd="sng" algn="ctr">
                      <a:solidFill>
                        <a:srgbClr val="534E4F"/>
                      </a:solidFill>
                      <a:prstDash val="solid"/>
                      <a:round/>
                      <a:headEnd type="none" w="med" len="med"/>
                      <a:tailEnd type="none" w="med" len="med"/>
                    </a:lnR>
                    <a:lnT w="12700" cap="flat" cmpd="sng" algn="ctr">
                      <a:solidFill>
                        <a:srgbClr val="D3435A"/>
                      </a:solidFill>
                      <a:prstDash val="solid"/>
                      <a:round/>
                      <a:headEnd type="none" w="med" len="med"/>
                      <a:tailEnd type="none" w="med" len="med"/>
                    </a:lnT>
                    <a:lnB w="12700" cap="flat" cmpd="sng" algn="ctr">
                      <a:solidFill>
                        <a:srgbClr val="534E4F"/>
                      </a:solidFill>
                      <a:prstDash val="solid"/>
                      <a:round/>
                      <a:headEnd type="none" w="med" len="med"/>
                      <a:tailEnd type="none" w="med" len="med"/>
                    </a:lnB>
                    <a:solidFill>
                      <a:srgbClr val="241E20"/>
                    </a:solidFill>
                  </a:tcPr>
                </a:tc>
                <a:tc>
                  <a:txBody>
                    <a:bodyPr/>
                    <a:lstStyle/>
                    <a:p>
                      <a:pPr marL="0" indent="0" algn="r">
                        <a:lnSpc>
                          <a:spcPts val="1680"/>
                        </a:lnSpc>
                        <a:buNone/>
                      </a:pPr>
                      <a:r>
                        <a:rPr lang="en-US" sz="1200" dirty="0">
                          <a:solidFill>
                            <a:srgbClr val="F5F1EE"/>
                          </a:solidFill>
                          <a:latin typeface="Rubik" pitchFamily="34" charset="0"/>
                          <a:ea typeface="Rubik" pitchFamily="34" charset="-122"/>
                          <a:cs typeface="Rubik" pitchFamily="34" charset="-120"/>
                        </a:rPr>
                        <a:t>$282.00</a:t>
                      </a:r>
                      <a:endParaRPr lang="en-US" sz="1200" dirty="0">
                        <a:latin typeface="Rubik" charset="0"/>
                        <a:ea typeface="Rubik" charset="0"/>
                        <a:cs typeface="Rubik" charset="0"/>
                      </a:endParaRPr>
                    </a:p>
                  </a:txBody>
                  <a:tcPr marL="53340" marR="53340" marT="53340" marB="53340">
                    <a:lnL w="12700" cap="flat" cmpd="sng" algn="ctr">
                      <a:solidFill>
                        <a:srgbClr val="534E4F"/>
                      </a:solidFill>
                      <a:prstDash val="solid"/>
                      <a:round/>
                      <a:headEnd type="none" w="med" len="med"/>
                      <a:tailEnd type="none" w="med" len="med"/>
                    </a:lnL>
                    <a:lnR w="12700" cap="flat" cmpd="sng" algn="ctr">
                      <a:solidFill>
                        <a:srgbClr val="534E4F"/>
                      </a:solidFill>
                      <a:prstDash val="solid"/>
                      <a:round/>
                      <a:headEnd type="none" w="med" len="med"/>
                      <a:tailEnd type="none" w="med" len="med"/>
                    </a:lnR>
                    <a:lnT w="12700" cap="flat" cmpd="sng" algn="ctr">
                      <a:solidFill>
                        <a:srgbClr val="D3435A"/>
                      </a:solidFill>
                      <a:prstDash val="solid"/>
                      <a:round/>
                      <a:headEnd type="none" w="med" len="med"/>
                      <a:tailEnd type="none" w="med" len="med"/>
                    </a:lnT>
                    <a:lnB w="12700" cap="flat" cmpd="sng" algn="ctr">
                      <a:solidFill>
                        <a:srgbClr val="534E4F"/>
                      </a:solidFill>
                      <a:prstDash val="solid"/>
                      <a:round/>
                      <a:headEnd type="none" w="med" len="med"/>
                      <a:tailEnd type="none" w="med" len="med"/>
                    </a:lnB>
                    <a:solidFill>
                      <a:srgbClr val="241E20"/>
                    </a:solidFill>
                  </a:tcPr>
                </a:tc>
                <a:tc>
                  <a:txBody>
                    <a:bodyPr/>
                    <a:lstStyle/>
                    <a:p>
                      <a:pPr marL="0" indent="0" algn="r">
                        <a:lnSpc>
                          <a:spcPts val="1680"/>
                        </a:lnSpc>
                        <a:buNone/>
                      </a:pPr>
                      <a:r>
                        <a:rPr lang="en-US" sz="1200" dirty="0">
                          <a:solidFill>
                            <a:srgbClr val="F5F1EE"/>
                          </a:solidFill>
                          <a:latin typeface="Rubik" pitchFamily="34" charset="0"/>
                          <a:ea typeface="Rubik" pitchFamily="34" charset="-122"/>
                          <a:cs typeface="Rubik" pitchFamily="34" charset="-120"/>
                        </a:rPr>
                        <a:t>$282.00</a:t>
                      </a:r>
                      <a:endParaRPr lang="en-US" sz="1200" dirty="0">
                        <a:latin typeface="Rubik" charset="0"/>
                        <a:ea typeface="Rubik" charset="0"/>
                        <a:cs typeface="Rubik" charset="0"/>
                      </a:endParaRPr>
                    </a:p>
                  </a:txBody>
                  <a:tcPr marL="53340" marR="53340" marT="53340" marB="53340">
                    <a:lnL w="12700" cap="flat" cmpd="sng" algn="ctr">
                      <a:solidFill>
                        <a:srgbClr val="534E4F"/>
                      </a:solidFill>
                      <a:prstDash val="solid"/>
                      <a:round/>
                      <a:headEnd type="none" w="med" len="med"/>
                      <a:tailEnd type="none" w="med" len="med"/>
                    </a:lnL>
                    <a:lnR w="12700" cap="flat" cmpd="sng" algn="ctr">
                      <a:solidFill>
                        <a:srgbClr val="534E4F"/>
                      </a:solidFill>
                      <a:prstDash val="solid"/>
                      <a:round/>
                      <a:headEnd type="none" w="med" len="med"/>
                      <a:tailEnd type="none" w="med" len="med"/>
                    </a:lnR>
                    <a:lnT w="12700" cap="flat" cmpd="sng" algn="ctr">
                      <a:solidFill>
                        <a:srgbClr val="D3435A"/>
                      </a:solidFill>
                      <a:prstDash val="solid"/>
                      <a:round/>
                      <a:headEnd type="none" w="med" len="med"/>
                      <a:tailEnd type="none" w="med" len="med"/>
                    </a:lnT>
                    <a:lnB w="12700" cap="flat" cmpd="sng" algn="ctr">
                      <a:solidFill>
                        <a:srgbClr val="534E4F"/>
                      </a:solidFill>
                      <a:prstDash val="solid"/>
                      <a:round/>
                      <a:headEnd type="none" w="med" len="med"/>
                      <a:tailEnd type="none" w="med" len="med"/>
                    </a:lnB>
                    <a:solidFill>
                      <a:srgbClr val="241E20"/>
                    </a:solidFill>
                  </a:tcPr>
                </a:tc>
                <a:extLst>
                  <a:ext uri="{0D108BD9-81ED-4DB2-BD59-A6C34878D82A}">
                    <a16:rowId xmlns:a16="http://schemas.microsoft.com/office/drawing/2014/main" val="10001"/>
                  </a:ext>
                </a:extLst>
              </a:tr>
              <a:tr h="332680">
                <a:tc>
                  <a:txBody>
                    <a:bodyPr/>
                    <a:lstStyle/>
                    <a:p>
                      <a:pPr marL="0" indent="0">
                        <a:lnSpc>
                          <a:spcPts val="1680"/>
                        </a:lnSpc>
                        <a:buNone/>
                      </a:pPr>
                      <a:r>
                        <a:rPr lang="en-US" sz="1200" dirty="0">
                          <a:solidFill>
                            <a:srgbClr val="F5F1EE"/>
                          </a:solidFill>
                          <a:latin typeface="Rubik" pitchFamily="34" charset="0"/>
                          <a:ea typeface="Rubik" pitchFamily="34" charset="-122"/>
                          <a:cs typeface="Rubik" pitchFamily="34" charset="-120"/>
                        </a:rPr>
                        <a:t>BTECH MURS-V2 radio</a:t>
                      </a:r>
                      <a:endParaRPr lang="en-US" sz="1200" dirty="0">
                        <a:latin typeface="Rubik" charset="0"/>
                        <a:ea typeface="Rubik" charset="0"/>
                        <a:cs typeface="Rubik" charset="0"/>
                      </a:endParaRPr>
                    </a:p>
                  </a:txBody>
                  <a:tcPr marL="53340" marR="53340" marT="53340" marB="53340">
                    <a:lnL w="12700" cap="flat" cmpd="sng" algn="ctr">
                      <a:solidFill>
                        <a:srgbClr val="454344"/>
                      </a:solidFill>
                      <a:prstDash val="solid"/>
                      <a:round/>
                      <a:headEnd type="none" w="med" len="med"/>
                      <a:tailEnd type="none" w="med" len="med"/>
                    </a:lnL>
                    <a:lnR w="12700" cap="flat" cmpd="sng" algn="ctr">
                      <a:solidFill>
                        <a:srgbClr val="4B4748"/>
                      </a:solidFill>
                      <a:prstDash val="solid"/>
                      <a:round/>
                      <a:headEnd type="none" w="med" len="med"/>
                      <a:tailEnd type="none" w="med" len="med"/>
                    </a:lnR>
                    <a:lnT w="12700" cap="flat" cmpd="sng" algn="ctr">
                      <a:solidFill>
                        <a:srgbClr val="534E4F"/>
                      </a:solidFill>
                      <a:prstDash val="solid"/>
                      <a:round/>
                      <a:headEnd type="none" w="med" len="med"/>
                      <a:tailEnd type="none" w="med" len="med"/>
                    </a:lnT>
                    <a:lnB w="12700" cap="flat" cmpd="sng" algn="ctr">
                      <a:solidFill>
                        <a:srgbClr val="4B4748"/>
                      </a:solidFill>
                      <a:prstDash val="solid"/>
                      <a:round/>
                      <a:headEnd type="none" w="med" len="med"/>
                      <a:tailEnd type="none" w="med" len="med"/>
                    </a:lnB>
                    <a:solidFill>
                      <a:srgbClr val="1A1517"/>
                    </a:solidFill>
                  </a:tcPr>
                </a:tc>
                <a:tc>
                  <a:txBody>
                    <a:bodyPr/>
                    <a:lstStyle/>
                    <a:p>
                      <a:pPr marL="0" indent="0" algn="r">
                        <a:lnSpc>
                          <a:spcPts val="1680"/>
                        </a:lnSpc>
                        <a:buNone/>
                      </a:pPr>
                      <a:r>
                        <a:rPr lang="en-US" sz="1200" dirty="0">
                          <a:solidFill>
                            <a:srgbClr val="F5F1EE"/>
                          </a:solidFill>
                          <a:latin typeface="Rubik" pitchFamily="34" charset="0"/>
                          <a:ea typeface="Rubik" pitchFamily="34" charset="-122"/>
                          <a:cs typeface="Rubik" pitchFamily="34" charset="-120"/>
                        </a:rPr>
                        <a:t>2</a:t>
                      </a:r>
                      <a:endParaRPr lang="en-US" sz="1200" dirty="0">
                        <a:latin typeface="Rubik" charset="0"/>
                        <a:ea typeface="Rubik" charset="0"/>
                        <a:cs typeface="Rubik" charset="0"/>
                      </a:endParaRPr>
                    </a:p>
                  </a:txBody>
                  <a:tcPr marL="53340" marR="53340" marT="53340" marB="53340">
                    <a:lnL w="12700" cap="flat" cmpd="sng" algn="ctr">
                      <a:solidFill>
                        <a:srgbClr val="4B4748"/>
                      </a:solidFill>
                      <a:prstDash val="solid"/>
                      <a:round/>
                      <a:headEnd type="none" w="med" len="med"/>
                      <a:tailEnd type="none" w="med" len="med"/>
                    </a:lnL>
                    <a:lnR w="12700" cap="flat" cmpd="sng" algn="ctr">
                      <a:solidFill>
                        <a:srgbClr val="4B4748"/>
                      </a:solidFill>
                      <a:prstDash val="solid"/>
                      <a:round/>
                      <a:headEnd type="none" w="med" len="med"/>
                      <a:tailEnd type="none" w="med" len="med"/>
                    </a:lnR>
                    <a:lnT w="12700" cap="flat" cmpd="sng" algn="ctr">
                      <a:solidFill>
                        <a:srgbClr val="534E4F"/>
                      </a:solidFill>
                      <a:prstDash val="solid"/>
                      <a:round/>
                      <a:headEnd type="none" w="med" len="med"/>
                      <a:tailEnd type="none" w="med" len="med"/>
                    </a:lnT>
                    <a:lnB w="12700" cap="flat" cmpd="sng" algn="ctr">
                      <a:solidFill>
                        <a:srgbClr val="4B4748"/>
                      </a:solidFill>
                      <a:prstDash val="solid"/>
                      <a:round/>
                      <a:headEnd type="none" w="med" len="med"/>
                      <a:tailEnd type="none" w="med" len="med"/>
                    </a:lnB>
                    <a:solidFill>
                      <a:srgbClr val="1A1517"/>
                    </a:solidFill>
                  </a:tcPr>
                </a:tc>
                <a:tc>
                  <a:txBody>
                    <a:bodyPr/>
                    <a:lstStyle/>
                    <a:p>
                      <a:pPr marL="0" indent="0" algn="r">
                        <a:lnSpc>
                          <a:spcPts val="1680"/>
                        </a:lnSpc>
                        <a:buNone/>
                      </a:pPr>
                      <a:r>
                        <a:rPr lang="en-US" sz="1200" dirty="0">
                          <a:solidFill>
                            <a:srgbClr val="F5F1EE"/>
                          </a:solidFill>
                          <a:latin typeface="Rubik" pitchFamily="34" charset="0"/>
                          <a:ea typeface="Rubik" pitchFamily="34" charset="-122"/>
                          <a:cs typeface="Rubik" pitchFamily="34" charset="-120"/>
                        </a:rPr>
                        <a:t>$44.89</a:t>
                      </a:r>
                      <a:endParaRPr lang="en-US" sz="1200" dirty="0">
                        <a:latin typeface="Rubik" charset="0"/>
                        <a:ea typeface="Rubik" charset="0"/>
                        <a:cs typeface="Rubik" charset="0"/>
                      </a:endParaRPr>
                    </a:p>
                  </a:txBody>
                  <a:tcPr marL="53340" marR="53340" marT="53340" marB="53340">
                    <a:lnL w="12700" cap="flat" cmpd="sng" algn="ctr">
                      <a:solidFill>
                        <a:srgbClr val="4B4748"/>
                      </a:solidFill>
                      <a:prstDash val="solid"/>
                      <a:round/>
                      <a:headEnd type="none" w="med" len="med"/>
                      <a:tailEnd type="none" w="med" len="med"/>
                    </a:lnL>
                    <a:lnR w="12700" cap="flat" cmpd="sng" algn="ctr">
                      <a:solidFill>
                        <a:srgbClr val="4B4748"/>
                      </a:solidFill>
                      <a:prstDash val="solid"/>
                      <a:round/>
                      <a:headEnd type="none" w="med" len="med"/>
                      <a:tailEnd type="none" w="med" len="med"/>
                    </a:lnR>
                    <a:lnT w="12700" cap="flat" cmpd="sng" algn="ctr">
                      <a:solidFill>
                        <a:srgbClr val="534E4F"/>
                      </a:solidFill>
                      <a:prstDash val="solid"/>
                      <a:round/>
                      <a:headEnd type="none" w="med" len="med"/>
                      <a:tailEnd type="none" w="med" len="med"/>
                    </a:lnT>
                    <a:lnB w="12700" cap="flat" cmpd="sng" algn="ctr">
                      <a:solidFill>
                        <a:srgbClr val="4B4748"/>
                      </a:solidFill>
                      <a:prstDash val="solid"/>
                      <a:round/>
                      <a:headEnd type="none" w="med" len="med"/>
                      <a:tailEnd type="none" w="med" len="med"/>
                    </a:lnB>
                    <a:solidFill>
                      <a:srgbClr val="1A1517"/>
                    </a:solidFill>
                  </a:tcPr>
                </a:tc>
                <a:tc>
                  <a:txBody>
                    <a:bodyPr/>
                    <a:lstStyle/>
                    <a:p>
                      <a:pPr marL="0" indent="0" algn="r">
                        <a:lnSpc>
                          <a:spcPts val="1680"/>
                        </a:lnSpc>
                        <a:buNone/>
                      </a:pPr>
                      <a:r>
                        <a:rPr lang="en-US" sz="1200" dirty="0">
                          <a:solidFill>
                            <a:srgbClr val="F5F1EE"/>
                          </a:solidFill>
                          <a:latin typeface="Rubik" pitchFamily="34" charset="0"/>
                          <a:ea typeface="Rubik" pitchFamily="34" charset="-122"/>
                          <a:cs typeface="Rubik" pitchFamily="34" charset="-120"/>
                        </a:rPr>
                        <a:t>$89.78</a:t>
                      </a:r>
                      <a:endParaRPr lang="en-US" sz="1200" dirty="0">
                        <a:latin typeface="Rubik" charset="0"/>
                        <a:ea typeface="Rubik" charset="0"/>
                        <a:cs typeface="Rubik" charset="0"/>
                      </a:endParaRPr>
                    </a:p>
                  </a:txBody>
                  <a:tcPr marL="53340" marR="53340" marT="53340" marB="53340">
                    <a:lnL w="12700" cap="flat" cmpd="sng" algn="ctr">
                      <a:solidFill>
                        <a:srgbClr val="4B4748"/>
                      </a:solidFill>
                      <a:prstDash val="solid"/>
                      <a:round/>
                      <a:headEnd type="none" w="med" len="med"/>
                      <a:tailEnd type="none" w="med" len="med"/>
                    </a:lnL>
                    <a:lnR w="12700" cap="flat" cmpd="sng" algn="ctr">
                      <a:solidFill>
                        <a:srgbClr val="4B4748"/>
                      </a:solidFill>
                      <a:prstDash val="solid"/>
                      <a:round/>
                      <a:headEnd type="none" w="med" len="med"/>
                      <a:tailEnd type="none" w="med" len="med"/>
                    </a:lnR>
                    <a:lnT w="12700" cap="flat" cmpd="sng" algn="ctr">
                      <a:solidFill>
                        <a:srgbClr val="534E4F"/>
                      </a:solidFill>
                      <a:prstDash val="solid"/>
                      <a:round/>
                      <a:headEnd type="none" w="med" len="med"/>
                      <a:tailEnd type="none" w="med" len="med"/>
                    </a:lnT>
                    <a:lnB w="12700" cap="flat" cmpd="sng" algn="ctr">
                      <a:solidFill>
                        <a:srgbClr val="4B4748"/>
                      </a:solidFill>
                      <a:prstDash val="solid"/>
                      <a:round/>
                      <a:headEnd type="none" w="med" len="med"/>
                      <a:tailEnd type="none" w="med" len="med"/>
                    </a:lnB>
                    <a:solidFill>
                      <a:srgbClr val="1A1517"/>
                    </a:solidFill>
                  </a:tcPr>
                </a:tc>
                <a:extLst>
                  <a:ext uri="{0D108BD9-81ED-4DB2-BD59-A6C34878D82A}">
                    <a16:rowId xmlns:a16="http://schemas.microsoft.com/office/drawing/2014/main" val="10002"/>
                  </a:ext>
                </a:extLst>
              </a:tr>
              <a:tr h="332680">
                <a:tc>
                  <a:txBody>
                    <a:bodyPr/>
                    <a:lstStyle/>
                    <a:p>
                      <a:pPr marL="0" indent="0">
                        <a:lnSpc>
                          <a:spcPts val="1680"/>
                        </a:lnSpc>
                        <a:buNone/>
                      </a:pPr>
                      <a:r>
                        <a:rPr lang="en-US" sz="1200" dirty="0">
                          <a:solidFill>
                            <a:srgbClr val="F5F1EE"/>
                          </a:solidFill>
                          <a:latin typeface="Rubik" pitchFamily="34" charset="0"/>
                          <a:ea typeface="Rubik" pitchFamily="34" charset="-122"/>
                          <a:cs typeface="Rubik" pitchFamily="34" charset="-120"/>
                        </a:rPr>
                        <a:t>BTECH BL-8 USB-C 1800mAh Li-ion Replacement Battery (covers 20 </a:t>
                      </a:r>
                      <a:r>
                        <a:rPr lang="en-US" sz="1200" dirty="0" err="1">
                          <a:solidFill>
                            <a:srgbClr val="F5F1EE"/>
                          </a:solidFill>
                          <a:latin typeface="Rubik" pitchFamily="34" charset="0"/>
                          <a:ea typeface="Rubik" pitchFamily="34" charset="-122"/>
                          <a:cs typeface="Rubik" pitchFamily="34" charset="-120"/>
                        </a:rPr>
                        <a:t>hr</a:t>
                      </a:r>
                      <a:r>
                        <a:rPr lang="en-US" sz="1200" dirty="0">
                          <a:solidFill>
                            <a:srgbClr val="F5F1EE"/>
                          </a:solidFill>
                          <a:latin typeface="Rubik" pitchFamily="34" charset="0"/>
                          <a:ea typeface="Rubik" pitchFamily="34" charset="-122"/>
                          <a:cs typeface="Rubik" pitchFamily="34" charset="-120"/>
                        </a:rPr>
                        <a:t>)</a:t>
                      </a:r>
                      <a:endParaRPr lang="en-US" sz="1200" dirty="0">
                        <a:latin typeface="Rubik" charset="0"/>
                        <a:ea typeface="Rubik" charset="0"/>
                        <a:cs typeface="Rubik" charset="0"/>
                      </a:endParaRPr>
                    </a:p>
                  </a:txBody>
                  <a:tcPr marL="53340" marR="53340" marT="53340" marB="53340">
                    <a:lnL w="12700" cap="flat" cmpd="sng" algn="ctr">
                      <a:solidFill>
                        <a:srgbClr val="454344"/>
                      </a:solidFill>
                      <a:prstDash val="solid"/>
                      <a:round/>
                      <a:headEnd type="none" w="med" len="med"/>
                      <a:tailEnd type="none" w="med" len="med"/>
                    </a:lnL>
                    <a:lnR w="12700" cap="flat" cmpd="sng" algn="ctr">
                      <a:solidFill>
                        <a:srgbClr val="534E4F"/>
                      </a:solidFill>
                      <a:prstDash val="solid"/>
                      <a:round/>
                      <a:headEnd type="none" w="med" len="med"/>
                      <a:tailEnd type="none" w="med" len="med"/>
                    </a:lnR>
                    <a:lnT w="12700" cap="flat" cmpd="sng" algn="ctr">
                      <a:solidFill>
                        <a:srgbClr val="4B4748"/>
                      </a:solidFill>
                      <a:prstDash val="solid"/>
                      <a:round/>
                      <a:headEnd type="none" w="med" len="med"/>
                      <a:tailEnd type="none" w="med" len="med"/>
                    </a:lnT>
                    <a:lnB w="12700" cap="flat" cmpd="sng" algn="ctr">
                      <a:solidFill>
                        <a:srgbClr val="534E4F"/>
                      </a:solidFill>
                      <a:prstDash val="solid"/>
                      <a:round/>
                      <a:headEnd type="none" w="med" len="med"/>
                      <a:tailEnd type="none" w="med" len="med"/>
                    </a:lnB>
                    <a:solidFill>
                      <a:srgbClr val="241E20"/>
                    </a:solidFill>
                  </a:tcPr>
                </a:tc>
                <a:tc>
                  <a:txBody>
                    <a:bodyPr/>
                    <a:lstStyle/>
                    <a:p>
                      <a:pPr marL="0" indent="0" algn="r">
                        <a:lnSpc>
                          <a:spcPts val="1680"/>
                        </a:lnSpc>
                        <a:buNone/>
                      </a:pPr>
                      <a:r>
                        <a:rPr lang="en-US" sz="1200" dirty="0">
                          <a:solidFill>
                            <a:srgbClr val="F5F1EE"/>
                          </a:solidFill>
                          <a:latin typeface="Rubik" pitchFamily="34" charset="0"/>
                          <a:ea typeface="Rubik" pitchFamily="34" charset="-122"/>
                          <a:cs typeface="Rubik" pitchFamily="34" charset="-120"/>
                        </a:rPr>
                        <a:t>1</a:t>
                      </a:r>
                      <a:endParaRPr lang="en-US" sz="1200" dirty="0">
                        <a:latin typeface="Rubik" charset="0"/>
                        <a:ea typeface="Rubik" charset="0"/>
                        <a:cs typeface="Rubik" charset="0"/>
                      </a:endParaRPr>
                    </a:p>
                  </a:txBody>
                  <a:tcPr marL="53340" marR="53340" marT="53340" marB="53340">
                    <a:lnL w="12700" cap="flat" cmpd="sng" algn="ctr">
                      <a:solidFill>
                        <a:srgbClr val="534E4F"/>
                      </a:solidFill>
                      <a:prstDash val="solid"/>
                      <a:round/>
                      <a:headEnd type="none" w="med" len="med"/>
                      <a:tailEnd type="none" w="med" len="med"/>
                    </a:lnL>
                    <a:lnR w="12700" cap="flat" cmpd="sng" algn="ctr">
                      <a:solidFill>
                        <a:srgbClr val="534E4F"/>
                      </a:solidFill>
                      <a:prstDash val="solid"/>
                      <a:round/>
                      <a:headEnd type="none" w="med" len="med"/>
                      <a:tailEnd type="none" w="med" len="med"/>
                    </a:lnR>
                    <a:lnT w="12700" cap="flat" cmpd="sng" algn="ctr">
                      <a:solidFill>
                        <a:srgbClr val="4B4748"/>
                      </a:solidFill>
                      <a:prstDash val="solid"/>
                      <a:round/>
                      <a:headEnd type="none" w="med" len="med"/>
                      <a:tailEnd type="none" w="med" len="med"/>
                    </a:lnT>
                    <a:lnB w="12700" cap="flat" cmpd="sng" algn="ctr">
                      <a:solidFill>
                        <a:srgbClr val="534E4F"/>
                      </a:solidFill>
                      <a:prstDash val="solid"/>
                      <a:round/>
                      <a:headEnd type="none" w="med" len="med"/>
                      <a:tailEnd type="none" w="med" len="med"/>
                    </a:lnB>
                    <a:solidFill>
                      <a:srgbClr val="241E20"/>
                    </a:solidFill>
                  </a:tcPr>
                </a:tc>
                <a:tc>
                  <a:txBody>
                    <a:bodyPr/>
                    <a:lstStyle/>
                    <a:p>
                      <a:pPr marL="0" indent="0" algn="r">
                        <a:lnSpc>
                          <a:spcPts val="1680"/>
                        </a:lnSpc>
                        <a:buNone/>
                      </a:pPr>
                      <a:r>
                        <a:rPr lang="en-US" sz="1200" dirty="0">
                          <a:solidFill>
                            <a:srgbClr val="F5F1EE"/>
                          </a:solidFill>
                          <a:latin typeface="Rubik" pitchFamily="34" charset="0"/>
                          <a:ea typeface="Rubik" pitchFamily="34" charset="-122"/>
                          <a:cs typeface="Rubik" pitchFamily="34" charset="-120"/>
                        </a:rPr>
                        <a:t>$16.49</a:t>
                      </a:r>
                      <a:endParaRPr lang="en-US" sz="1200" dirty="0">
                        <a:latin typeface="Rubik" charset="0"/>
                        <a:ea typeface="Rubik" charset="0"/>
                        <a:cs typeface="Rubik" charset="0"/>
                      </a:endParaRPr>
                    </a:p>
                  </a:txBody>
                  <a:tcPr marL="53340" marR="53340" marT="53340" marB="53340">
                    <a:lnL w="12700" cap="flat" cmpd="sng" algn="ctr">
                      <a:solidFill>
                        <a:srgbClr val="534E4F"/>
                      </a:solidFill>
                      <a:prstDash val="solid"/>
                      <a:round/>
                      <a:headEnd type="none" w="med" len="med"/>
                      <a:tailEnd type="none" w="med" len="med"/>
                    </a:lnL>
                    <a:lnR w="12700" cap="flat" cmpd="sng" algn="ctr">
                      <a:solidFill>
                        <a:srgbClr val="534E4F"/>
                      </a:solidFill>
                      <a:prstDash val="solid"/>
                      <a:round/>
                      <a:headEnd type="none" w="med" len="med"/>
                      <a:tailEnd type="none" w="med" len="med"/>
                    </a:lnR>
                    <a:lnT w="12700" cap="flat" cmpd="sng" algn="ctr">
                      <a:solidFill>
                        <a:srgbClr val="4B4748"/>
                      </a:solidFill>
                      <a:prstDash val="solid"/>
                      <a:round/>
                      <a:headEnd type="none" w="med" len="med"/>
                      <a:tailEnd type="none" w="med" len="med"/>
                    </a:lnT>
                    <a:lnB w="12700" cap="flat" cmpd="sng" algn="ctr">
                      <a:solidFill>
                        <a:srgbClr val="534E4F"/>
                      </a:solidFill>
                      <a:prstDash val="solid"/>
                      <a:round/>
                      <a:headEnd type="none" w="med" len="med"/>
                      <a:tailEnd type="none" w="med" len="med"/>
                    </a:lnB>
                    <a:solidFill>
                      <a:srgbClr val="241E20"/>
                    </a:solidFill>
                  </a:tcPr>
                </a:tc>
                <a:tc>
                  <a:txBody>
                    <a:bodyPr/>
                    <a:lstStyle/>
                    <a:p>
                      <a:pPr marL="0" indent="0" algn="r">
                        <a:lnSpc>
                          <a:spcPts val="1680"/>
                        </a:lnSpc>
                        <a:buNone/>
                      </a:pPr>
                      <a:r>
                        <a:rPr lang="en-US" sz="1200" dirty="0">
                          <a:solidFill>
                            <a:srgbClr val="F5F1EE"/>
                          </a:solidFill>
                          <a:latin typeface="Rubik" pitchFamily="34" charset="0"/>
                          <a:ea typeface="Rubik" pitchFamily="34" charset="-122"/>
                          <a:cs typeface="Rubik" pitchFamily="34" charset="-120"/>
                        </a:rPr>
                        <a:t>$16.49</a:t>
                      </a:r>
                      <a:endParaRPr lang="en-US" sz="1200" dirty="0">
                        <a:latin typeface="Rubik" charset="0"/>
                        <a:ea typeface="Rubik" charset="0"/>
                        <a:cs typeface="Rubik" charset="0"/>
                      </a:endParaRPr>
                    </a:p>
                  </a:txBody>
                  <a:tcPr marL="53340" marR="53340" marT="53340" marB="53340">
                    <a:lnL w="12700" cap="flat" cmpd="sng" algn="ctr">
                      <a:solidFill>
                        <a:srgbClr val="534E4F"/>
                      </a:solidFill>
                      <a:prstDash val="solid"/>
                      <a:round/>
                      <a:headEnd type="none" w="med" len="med"/>
                      <a:tailEnd type="none" w="med" len="med"/>
                    </a:lnL>
                    <a:lnR w="12700" cap="flat" cmpd="sng" algn="ctr">
                      <a:solidFill>
                        <a:srgbClr val="534E4F"/>
                      </a:solidFill>
                      <a:prstDash val="solid"/>
                      <a:round/>
                      <a:headEnd type="none" w="med" len="med"/>
                      <a:tailEnd type="none" w="med" len="med"/>
                    </a:lnR>
                    <a:lnT w="12700" cap="flat" cmpd="sng" algn="ctr">
                      <a:solidFill>
                        <a:srgbClr val="4B4748"/>
                      </a:solidFill>
                      <a:prstDash val="solid"/>
                      <a:round/>
                      <a:headEnd type="none" w="med" len="med"/>
                      <a:tailEnd type="none" w="med" len="med"/>
                    </a:lnT>
                    <a:lnB w="12700" cap="flat" cmpd="sng" algn="ctr">
                      <a:solidFill>
                        <a:srgbClr val="534E4F"/>
                      </a:solidFill>
                      <a:prstDash val="solid"/>
                      <a:round/>
                      <a:headEnd type="none" w="med" len="med"/>
                      <a:tailEnd type="none" w="med" len="med"/>
                    </a:lnB>
                    <a:solidFill>
                      <a:srgbClr val="241E20"/>
                    </a:solidFill>
                  </a:tcPr>
                </a:tc>
                <a:extLst>
                  <a:ext uri="{0D108BD9-81ED-4DB2-BD59-A6C34878D82A}">
                    <a16:rowId xmlns:a16="http://schemas.microsoft.com/office/drawing/2014/main" val="10003"/>
                  </a:ext>
                </a:extLst>
              </a:tr>
              <a:tr h="332680">
                <a:tc>
                  <a:txBody>
                    <a:bodyPr/>
                    <a:lstStyle/>
                    <a:p>
                      <a:pPr marL="0" indent="0">
                        <a:lnSpc>
                          <a:spcPts val="1680"/>
                        </a:lnSpc>
                        <a:buNone/>
                      </a:pPr>
                      <a:r>
                        <a:rPr lang="en-US" sz="1200" dirty="0">
                          <a:solidFill>
                            <a:srgbClr val="F5F1EE"/>
                          </a:solidFill>
                          <a:latin typeface="Rubik" pitchFamily="34" charset="0"/>
                          <a:ea typeface="Rubik" pitchFamily="34" charset="-122"/>
                          <a:cs typeface="Rubik" pitchFamily="34" charset="-120"/>
                        </a:rPr>
                        <a:t>Rugged H42 crew headset (pit)</a:t>
                      </a:r>
                      <a:endParaRPr lang="en-US" sz="1200" dirty="0">
                        <a:latin typeface="Rubik" charset="0"/>
                        <a:ea typeface="Rubik" charset="0"/>
                        <a:cs typeface="Rubik" charset="0"/>
                      </a:endParaRPr>
                    </a:p>
                  </a:txBody>
                  <a:tcPr marL="53340" marR="53340" marT="53340" marB="53340">
                    <a:lnL w="12700" cap="flat" cmpd="sng" algn="ctr">
                      <a:solidFill>
                        <a:srgbClr val="454344"/>
                      </a:solidFill>
                      <a:prstDash val="solid"/>
                      <a:round/>
                      <a:headEnd type="none" w="med" len="med"/>
                      <a:tailEnd type="none" w="med" len="med"/>
                    </a:lnL>
                    <a:lnR w="12700" cap="flat" cmpd="sng" algn="ctr">
                      <a:solidFill>
                        <a:srgbClr val="4B4748"/>
                      </a:solidFill>
                      <a:prstDash val="solid"/>
                      <a:round/>
                      <a:headEnd type="none" w="med" len="med"/>
                      <a:tailEnd type="none" w="med" len="med"/>
                    </a:lnR>
                    <a:lnT w="12700" cap="flat" cmpd="sng" algn="ctr">
                      <a:solidFill>
                        <a:srgbClr val="534E4F"/>
                      </a:solidFill>
                      <a:prstDash val="solid"/>
                      <a:round/>
                      <a:headEnd type="none" w="med" len="med"/>
                      <a:tailEnd type="none" w="med" len="med"/>
                    </a:lnT>
                    <a:lnB w="12700" cap="flat" cmpd="sng" algn="ctr">
                      <a:solidFill>
                        <a:srgbClr val="4B4748"/>
                      </a:solidFill>
                      <a:prstDash val="solid"/>
                      <a:round/>
                      <a:headEnd type="none" w="med" len="med"/>
                      <a:tailEnd type="none" w="med" len="med"/>
                    </a:lnB>
                    <a:solidFill>
                      <a:srgbClr val="1A1517"/>
                    </a:solidFill>
                  </a:tcPr>
                </a:tc>
                <a:tc>
                  <a:txBody>
                    <a:bodyPr/>
                    <a:lstStyle/>
                    <a:p>
                      <a:pPr marL="0" indent="0" algn="r">
                        <a:lnSpc>
                          <a:spcPts val="1680"/>
                        </a:lnSpc>
                        <a:buNone/>
                      </a:pPr>
                      <a:r>
                        <a:rPr lang="en-US" sz="1200" dirty="0">
                          <a:solidFill>
                            <a:srgbClr val="F5F1EE"/>
                          </a:solidFill>
                          <a:latin typeface="Rubik" pitchFamily="34" charset="0"/>
                          <a:ea typeface="Rubik" pitchFamily="34" charset="-122"/>
                          <a:cs typeface="Rubik" pitchFamily="34" charset="-120"/>
                        </a:rPr>
                        <a:t>1</a:t>
                      </a:r>
                      <a:endParaRPr lang="en-US" sz="1200" dirty="0">
                        <a:latin typeface="Rubik" charset="0"/>
                        <a:ea typeface="Rubik" charset="0"/>
                        <a:cs typeface="Rubik" charset="0"/>
                      </a:endParaRPr>
                    </a:p>
                  </a:txBody>
                  <a:tcPr marL="53340" marR="53340" marT="53340" marB="53340">
                    <a:lnL w="12700" cap="flat" cmpd="sng" algn="ctr">
                      <a:solidFill>
                        <a:srgbClr val="4B4748"/>
                      </a:solidFill>
                      <a:prstDash val="solid"/>
                      <a:round/>
                      <a:headEnd type="none" w="med" len="med"/>
                      <a:tailEnd type="none" w="med" len="med"/>
                    </a:lnL>
                    <a:lnR w="12700" cap="flat" cmpd="sng" algn="ctr">
                      <a:solidFill>
                        <a:srgbClr val="4B4748"/>
                      </a:solidFill>
                      <a:prstDash val="solid"/>
                      <a:round/>
                      <a:headEnd type="none" w="med" len="med"/>
                      <a:tailEnd type="none" w="med" len="med"/>
                    </a:lnR>
                    <a:lnT w="12700" cap="flat" cmpd="sng" algn="ctr">
                      <a:solidFill>
                        <a:srgbClr val="534E4F"/>
                      </a:solidFill>
                      <a:prstDash val="solid"/>
                      <a:round/>
                      <a:headEnd type="none" w="med" len="med"/>
                      <a:tailEnd type="none" w="med" len="med"/>
                    </a:lnT>
                    <a:lnB w="12700" cap="flat" cmpd="sng" algn="ctr">
                      <a:solidFill>
                        <a:srgbClr val="4B4748"/>
                      </a:solidFill>
                      <a:prstDash val="solid"/>
                      <a:round/>
                      <a:headEnd type="none" w="med" len="med"/>
                      <a:tailEnd type="none" w="med" len="med"/>
                    </a:lnB>
                    <a:solidFill>
                      <a:srgbClr val="1A1517"/>
                    </a:solidFill>
                  </a:tcPr>
                </a:tc>
                <a:tc>
                  <a:txBody>
                    <a:bodyPr/>
                    <a:lstStyle/>
                    <a:p>
                      <a:pPr marL="0" indent="0" algn="r">
                        <a:lnSpc>
                          <a:spcPts val="1680"/>
                        </a:lnSpc>
                        <a:buNone/>
                      </a:pPr>
                      <a:r>
                        <a:rPr lang="en-US" sz="1200" dirty="0">
                          <a:solidFill>
                            <a:srgbClr val="F5F1EE"/>
                          </a:solidFill>
                          <a:latin typeface="Rubik" pitchFamily="34" charset="0"/>
                          <a:ea typeface="Rubik" pitchFamily="34" charset="-122"/>
                          <a:cs typeface="Rubik" pitchFamily="34" charset="-120"/>
                        </a:rPr>
                        <a:t>$159.00</a:t>
                      </a:r>
                      <a:endParaRPr lang="en-US" sz="1200" dirty="0">
                        <a:latin typeface="Rubik" charset="0"/>
                        <a:ea typeface="Rubik" charset="0"/>
                        <a:cs typeface="Rubik" charset="0"/>
                      </a:endParaRPr>
                    </a:p>
                  </a:txBody>
                  <a:tcPr marL="53340" marR="53340" marT="53340" marB="53340">
                    <a:lnL w="12700" cap="flat" cmpd="sng" algn="ctr">
                      <a:solidFill>
                        <a:srgbClr val="4B4748"/>
                      </a:solidFill>
                      <a:prstDash val="solid"/>
                      <a:round/>
                      <a:headEnd type="none" w="med" len="med"/>
                      <a:tailEnd type="none" w="med" len="med"/>
                    </a:lnL>
                    <a:lnR w="12700" cap="flat" cmpd="sng" algn="ctr">
                      <a:solidFill>
                        <a:srgbClr val="4B4748"/>
                      </a:solidFill>
                      <a:prstDash val="solid"/>
                      <a:round/>
                      <a:headEnd type="none" w="med" len="med"/>
                      <a:tailEnd type="none" w="med" len="med"/>
                    </a:lnR>
                    <a:lnT w="12700" cap="flat" cmpd="sng" algn="ctr">
                      <a:solidFill>
                        <a:srgbClr val="534E4F"/>
                      </a:solidFill>
                      <a:prstDash val="solid"/>
                      <a:round/>
                      <a:headEnd type="none" w="med" len="med"/>
                      <a:tailEnd type="none" w="med" len="med"/>
                    </a:lnT>
                    <a:lnB w="12700" cap="flat" cmpd="sng" algn="ctr">
                      <a:solidFill>
                        <a:srgbClr val="4B4748"/>
                      </a:solidFill>
                      <a:prstDash val="solid"/>
                      <a:round/>
                      <a:headEnd type="none" w="med" len="med"/>
                      <a:tailEnd type="none" w="med" len="med"/>
                    </a:lnB>
                    <a:solidFill>
                      <a:srgbClr val="1A1517"/>
                    </a:solidFill>
                  </a:tcPr>
                </a:tc>
                <a:tc>
                  <a:txBody>
                    <a:bodyPr/>
                    <a:lstStyle/>
                    <a:p>
                      <a:pPr marL="0" indent="0" algn="r">
                        <a:lnSpc>
                          <a:spcPts val="1680"/>
                        </a:lnSpc>
                        <a:buNone/>
                      </a:pPr>
                      <a:r>
                        <a:rPr lang="en-US" sz="1200" dirty="0">
                          <a:solidFill>
                            <a:srgbClr val="F5F1EE"/>
                          </a:solidFill>
                          <a:latin typeface="Rubik" pitchFamily="34" charset="0"/>
                          <a:ea typeface="Rubik" pitchFamily="34" charset="-122"/>
                          <a:cs typeface="Rubik" pitchFamily="34" charset="-120"/>
                        </a:rPr>
                        <a:t>$159.00</a:t>
                      </a:r>
                      <a:endParaRPr lang="en-US" sz="1200" dirty="0">
                        <a:latin typeface="Rubik" charset="0"/>
                        <a:ea typeface="Rubik" charset="0"/>
                        <a:cs typeface="Rubik" charset="0"/>
                      </a:endParaRPr>
                    </a:p>
                  </a:txBody>
                  <a:tcPr marL="53340" marR="53340" marT="53340" marB="53340">
                    <a:lnL w="12700" cap="flat" cmpd="sng" algn="ctr">
                      <a:solidFill>
                        <a:srgbClr val="4B4748"/>
                      </a:solidFill>
                      <a:prstDash val="solid"/>
                      <a:round/>
                      <a:headEnd type="none" w="med" len="med"/>
                      <a:tailEnd type="none" w="med" len="med"/>
                    </a:lnL>
                    <a:lnR w="12700" cap="flat" cmpd="sng" algn="ctr">
                      <a:solidFill>
                        <a:srgbClr val="4B4748"/>
                      </a:solidFill>
                      <a:prstDash val="solid"/>
                      <a:round/>
                      <a:headEnd type="none" w="med" len="med"/>
                      <a:tailEnd type="none" w="med" len="med"/>
                    </a:lnR>
                    <a:lnT w="12700" cap="flat" cmpd="sng" algn="ctr">
                      <a:solidFill>
                        <a:srgbClr val="534E4F"/>
                      </a:solidFill>
                      <a:prstDash val="solid"/>
                      <a:round/>
                      <a:headEnd type="none" w="med" len="med"/>
                      <a:tailEnd type="none" w="med" len="med"/>
                    </a:lnT>
                    <a:lnB w="12700" cap="flat" cmpd="sng" algn="ctr">
                      <a:solidFill>
                        <a:srgbClr val="4B4748"/>
                      </a:solidFill>
                      <a:prstDash val="solid"/>
                      <a:round/>
                      <a:headEnd type="none" w="med" len="med"/>
                      <a:tailEnd type="none" w="med" len="med"/>
                    </a:lnB>
                    <a:solidFill>
                      <a:srgbClr val="1A1517"/>
                    </a:solidFill>
                  </a:tcPr>
                </a:tc>
                <a:extLst>
                  <a:ext uri="{0D108BD9-81ED-4DB2-BD59-A6C34878D82A}">
                    <a16:rowId xmlns:a16="http://schemas.microsoft.com/office/drawing/2014/main" val="10004"/>
                  </a:ext>
                </a:extLst>
              </a:tr>
              <a:tr h="332680">
                <a:tc>
                  <a:txBody>
                    <a:bodyPr/>
                    <a:lstStyle/>
                    <a:p>
                      <a:pPr marL="0" indent="0">
                        <a:lnSpc>
                          <a:spcPts val="1680"/>
                        </a:lnSpc>
                        <a:buNone/>
                      </a:pPr>
                      <a:r>
                        <a:rPr lang="en-US" sz="1200" dirty="0">
                          <a:solidFill>
                            <a:srgbClr val="F5F1EE"/>
                          </a:solidFill>
                          <a:latin typeface="Rubik" pitchFamily="34" charset="0"/>
                          <a:ea typeface="Rubik" pitchFamily="34" charset="-122"/>
                          <a:cs typeface="Rubik" pitchFamily="34" charset="-120"/>
                        </a:rPr>
                        <a:t>Rugged CC-KEN 2-pin headset cord</a:t>
                      </a:r>
                      <a:endParaRPr lang="en-US" sz="1200" dirty="0">
                        <a:latin typeface="Rubik" charset="0"/>
                        <a:ea typeface="Rubik" charset="0"/>
                        <a:cs typeface="Rubik" charset="0"/>
                      </a:endParaRPr>
                    </a:p>
                  </a:txBody>
                  <a:tcPr marL="53340" marR="53340" marT="53340" marB="53340">
                    <a:lnL w="12700" cap="flat" cmpd="sng" algn="ctr">
                      <a:solidFill>
                        <a:srgbClr val="454344"/>
                      </a:solidFill>
                      <a:prstDash val="solid"/>
                      <a:round/>
                      <a:headEnd type="none" w="med" len="med"/>
                      <a:tailEnd type="none" w="med" len="med"/>
                    </a:lnL>
                    <a:lnR w="12700" cap="flat" cmpd="sng" algn="ctr">
                      <a:solidFill>
                        <a:srgbClr val="534E4F"/>
                      </a:solidFill>
                      <a:prstDash val="solid"/>
                      <a:round/>
                      <a:headEnd type="none" w="med" len="med"/>
                      <a:tailEnd type="none" w="med" len="med"/>
                    </a:lnR>
                    <a:lnT w="12700" cap="flat" cmpd="sng" algn="ctr">
                      <a:solidFill>
                        <a:srgbClr val="4B4748"/>
                      </a:solidFill>
                      <a:prstDash val="solid"/>
                      <a:round/>
                      <a:headEnd type="none" w="med" len="med"/>
                      <a:tailEnd type="none" w="med" len="med"/>
                    </a:lnT>
                    <a:lnB w="12700" cap="flat" cmpd="sng" algn="ctr">
                      <a:solidFill>
                        <a:srgbClr val="534E4F"/>
                      </a:solidFill>
                      <a:prstDash val="solid"/>
                      <a:round/>
                      <a:headEnd type="none" w="med" len="med"/>
                      <a:tailEnd type="none" w="med" len="med"/>
                    </a:lnB>
                    <a:solidFill>
                      <a:srgbClr val="241E20"/>
                    </a:solidFill>
                  </a:tcPr>
                </a:tc>
                <a:tc>
                  <a:txBody>
                    <a:bodyPr/>
                    <a:lstStyle/>
                    <a:p>
                      <a:pPr marL="0" indent="0" algn="r">
                        <a:lnSpc>
                          <a:spcPts val="1680"/>
                        </a:lnSpc>
                        <a:buNone/>
                      </a:pPr>
                      <a:r>
                        <a:rPr lang="en-US" sz="1200" dirty="0">
                          <a:solidFill>
                            <a:srgbClr val="F5F1EE"/>
                          </a:solidFill>
                          <a:latin typeface="Rubik" pitchFamily="34" charset="0"/>
                          <a:ea typeface="Rubik" pitchFamily="34" charset="-122"/>
                          <a:cs typeface="Rubik" pitchFamily="34" charset="-120"/>
                        </a:rPr>
                        <a:t>1</a:t>
                      </a:r>
                      <a:endParaRPr lang="en-US" sz="1200" dirty="0">
                        <a:latin typeface="Rubik" charset="0"/>
                        <a:ea typeface="Rubik" charset="0"/>
                        <a:cs typeface="Rubik" charset="0"/>
                      </a:endParaRPr>
                    </a:p>
                  </a:txBody>
                  <a:tcPr marL="53340" marR="53340" marT="53340" marB="53340">
                    <a:lnL w="12700" cap="flat" cmpd="sng" algn="ctr">
                      <a:solidFill>
                        <a:srgbClr val="534E4F"/>
                      </a:solidFill>
                      <a:prstDash val="solid"/>
                      <a:round/>
                      <a:headEnd type="none" w="med" len="med"/>
                      <a:tailEnd type="none" w="med" len="med"/>
                    </a:lnL>
                    <a:lnR w="12700" cap="flat" cmpd="sng" algn="ctr">
                      <a:solidFill>
                        <a:srgbClr val="534E4F"/>
                      </a:solidFill>
                      <a:prstDash val="solid"/>
                      <a:round/>
                      <a:headEnd type="none" w="med" len="med"/>
                      <a:tailEnd type="none" w="med" len="med"/>
                    </a:lnR>
                    <a:lnT w="12700" cap="flat" cmpd="sng" algn="ctr">
                      <a:solidFill>
                        <a:srgbClr val="4B4748"/>
                      </a:solidFill>
                      <a:prstDash val="solid"/>
                      <a:round/>
                      <a:headEnd type="none" w="med" len="med"/>
                      <a:tailEnd type="none" w="med" len="med"/>
                    </a:lnT>
                    <a:lnB w="12700" cap="flat" cmpd="sng" algn="ctr">
                      <a:solidFill>
                        <a:srgbClr val="534E4F"/>
                      </a:solidFill>
                      <a:prstDash val="solid"/>
                      <a:round/>
                      <a:headEnd type="none" w="med" len="med"/>
                      <a:tailEnd type="none" w="med" len="med"/>
                    </a:lnB>
                    <a:solidFill>
                      <a:srgbClr val="241E20"/>
                    </a:solidFill>
                  </a:tcPr>
                </a:tc>
                <a:tc>
                  <a:txBody>
                    <a:bodyPr/>
                    <a:lstStyle/>
                    <a:p>
                      <a:pPr marL="0" indent="0" algn="r">
                        <a:lnSpc>
                          <a:spcPts val="1680"/>
                        </a:lnSpc>
                        <a:buNone/>
                      </a:pPr>
                      <a:r>
                        <a:rPr lang="en-US" sz="1200" dirty="0">
                          <a:solidFill>
                            <a:srgbClr val="F5F1EE"/>
                          </a:solidFill>
                          <a:latin typeface="Rubik" pitchFamily="34" charset="0"/>
                          <a:ea typeface="Rubik" pitchFamily="34" charset="-122"/>
                          <a:cs typeface="Rubik" pitchFamily="34" charset="-120"/>
                        </a:rPr>
                        <a:t>$29.95</a:t>
                      </a:r>
                      <a:endParaRPr lang="en-US" sz="1200" dirty="0">
                        <a:latin typeface="Rubik" charset="0"/>
                        <a:ea typeface="Rubik" charset="0"/>
                        <a:cs typeface="Rubik" charset="0"/>
                      </a:endParaRPr>
                    </a:p>
                  </a:txBody>
                  <a:tcPr marL="53340" marR="53340" marT="53340" marB="53340">
                    <a:lnL w="12700" cap="flat" cmpd="sng" algn="ctr">
                      <a:solidFill>
                        <a:srgbClr val="534E4F"/>
                      </a:solidFill>
                      <a:prstDash val="solid"/>
                      <a:round/>
                      <a:headEnd type="none" w="med" len="med"/>
                      <a:tailEnd type="none" w="med" len="med"/>
                    </a:lnL>
                    <a:lnR w="12700" cap="flat" cmpd="sng" algn="ctr">
                      <a:solidFill>
                        <a:srgbClr val="534E4F"/>
                      </a:solidFill>
                      <a:prstDash val="solid"/>
                      <a:round/>
                      <a:headEnd type="none" w="med" len="med"/>
                      <a:tailEnd type="none" w="med" len="med"/>
                    </a:lnR>
                    <a:lnT w="12700" cap="flat" cmpd="sng" algn="ctr">
                      <a:solidFill>
                        <a:srgbClr val="4B4748"/>
                      </a:solidFill>
                      <a:prstDash val="solid"/>
                      <a:round/>
                      <a:headEnd type="none" w="med" len="med"/>
                      <a:tailEnd type="none" w="med" len="med"/>
                    </a:lnT>
                    <a:lnB w="12700" cap="flat" cmpd="sng" algn="ctr">
                      <a:solidFill>
                        <a:srgbClr val="534E4F"/>
                      </a:solidFill>
                      <a:prstDash val="solid"/>
                      <a:round/>
                      <a:headEnd type="none" w="med" len="med"/>
                      <a:tailEnd type="none" w="med" len="med"/>
                    </a:lnB>
                    <a:solidFill>
                      <a:srgbClr val="241E20"/>
                    </a:solidFill>
                  </a:tcPr>
                </a:tc>
                <a:tc>
                  <a:txBody>
                    <a:bodyPr/>
                    <a:lstStyle/>
                    <a:p>
                      <a:pPr marL="0" indent="0" algn="r">
                        <a:lnSpc>
                          <a:spcPts val="1680"/>
                        </a:lnSpc>
                        <a:buNone/>
                      </a:pPr>
                      <a:r>
                        <a:rPr lang="en-US" sz="1200" dirty="0">
                          <a:solidFill>
                            <a:srgbClr val="F5F1EE"/>
                          </a:solidFill>
                          <a:latin typeface="Rubik" pitchFamily="34" charset="0"/>
                          <a:ea typeface="Rubik" pitchFamily="34" charset="-122"/>
                          <a:cs typeface="Rubik" pitchFamily="34" charset="-120"/>
                        </a:rPr>
                        <a:t>$29.95</a:t>
                      </a:r>
                      <a:endParaRPr lang="en-US" sz="1200" dirty="0">
                        <a:latin typeface="Rubik" charset="0"/>
                        <a:ea typeface="Rubik" charset="0"/>
                        <a:cs typeface="Rubik" charset="0"/>
                      </a:endParaRPr>
                    </a:p>
                  </a:txBody>
                  <a:tcPr marL="53340" marR="53340" marT="53340" marB="53340">
                    <a:lnL w="12700" cap="flat" cmpd="sng" algn="ctr">
                      <a:solidFill>
                        <a:srgbClr val="534E4F"/>
                      </a:solidFill>
                      <a:prstDash val="solid"/>
                      <a:round/>
                      <a:headEnd type="none" w="med" len="med"/>
                      <a:tailEnd type="none" w="med" len="med"/>
                    </a:lnL>
                    <a:lnR w="12700" cap="flat" cmpd="sng" algn="ctr">
                      <a:solidFill>
                        <a:srgbClr val="534E4F"/>
                      </a:solidFill>
                      <a:prstDash val="solid"/>
                      <a:round/>
                      <a:headEnd type="none" w="med" len="med"/>
                      <a:tailEnd type="none" w="med" len="med"/>
                    </a:lnR>
                    <a:lnT w="12700" cap="flat" cmpd="sng" algn="ctr">
                      <a:solidFill>
                        <a:srgbClr val="4B4748"/>
                      </a:solidFill>
                      <a:prstDash val="solid"/>
                      <a:round/>
                      <a:headEnd type="none" w="med" len="med"/>
                      <a:tailEnd type="none" w="med" len="med"/>
                    </a:lnT>
                    <a:lnB w="12700" cap="flat" cmpd="sng" algn="ctr">
                      <a:solidFill>
                        <a:srgbClr val="534E4F"/>
                      </a:solidFill>
                      <a:prstDash val="solid"/>
                      <a:round/>
                      <a:headEnd type="none" w="med" len="med"/>
                      <a:tailEnd type="none" w="med" len="med"/>
                    </a:lnB>
                    <a:solidFill>
                      <a:srgbClr val="241E20"/>
                    </a:solidFill>
                  </a:tcPr>
                </a:tc>
                <a:extLst>
                  <a:ext uri="{0D108BD9-81ED-4DB2-BD59-A6C34878D82A}">
                    <a16:rowId xmlns:a16="http://schemas.microsoft.com/office/drawing/2014/main" val="10005"/>
                  </a:ext>
                </a:extLst>
              </a:tr>
              <a:tr h="332680">
                <a:tc>
                  <a:txBody>
                    <a:bodyPr/>
                    <a:lstStyle/>
                    <a:p>
                      <a:pPr marL="0" indent="0">
                        <a:lnSpc>
                          <a:spcPts val="1680"/>
                        </a:lnSpc>
                        <a:buNone/>
                      </a:pPr>
                      <a:r>
                        <a:rPr lang="en-US" sz="1200" dirty="0">
                          <a:solidFill>
                            <a:srgbClr val="F5F1EE"/>
                          </a:solidFill>
                          <a:latin typeface="Rubik" pitchFamily="34" charset="0"/>
                          <a:ea typeface="Rubik" pitchFamily="34" charset="-122"/>
                          <a:cs typeface="Rubik" pitchFamily="34" charset="-120"/>
                        </a:rPr>
                        <a:t>DPD MURS antenna, SMA, 17 ft coax</a:t>
                      </a:r>
                      <a:endParaRPr lang="en-US" sz="1200" dirty="0">
                        <a:latin typeface="Rubik" charset="0"/>
                        <a:ea typeface="Rubik" charset="0"/>
                        <a:cs typeface="Rubik" charset="0"/>
                      </a:endParaRPr>
                    </a:p>
                  </a:txBody>
                  <a:tcPr marL="53340" marR="53340" marT="53340" marB="53340">
                    <a:lnL w="12700" cap="flat" cmpd="sng" algn="ctr">
                      <a:solidFill>
                        <a:srgbClr val="454344"/>
                      </a:solidFill>
                      <a:prstDash val="solid"/>
                      <a:round/>
                      <a:headEnd type="none" w="med" len="med"/>
                      <a:tailEnd type="none" w="med" len="med"/>
                    </a:lnL>
                    <a:lnR w="12700" cap="flat" cmpd="sng" algn="ctr">
                      <a:solidFill>
                        <a:srgbClr val="4B4748"/>
                      </a:solidFill>
                      <a:prstDash val="solid"/>
                      <a:round/>
                      <a:headEnd type="none" w="med" len="med"/>
                      <a:tailEnd type="none" w="med" len="med"/>
                    </a:lnR>
                    <a:lnT w="12700" cap="flat" cmpd="sng" algn="ctr">
                      <a:solidFill>
                        <a:srgbClr val="534E4F"/>
                      </a:solidFill>
                      <a:prstDash val="solid"/>
                      <a:round/>
                      <a:headEnd type="none" w="med" len="med"/>
                      <a:tailEnd type="none" w="med" len="med"/>
                    </a:lnT>
                    <a:lnB w="12700" cap="flat" cmpd="sng" algn="ctr">
                      <a:solidFill>
                        <a:srgbClr val="4B4748"/>
                      </a:solidFill>
                      <a:prstDash val="solid"/>
                      <a:round/>
                      <a:headEnd type="none" w="med" len="med"/>
                      <a:tailEnd type="none" w="med" len="med"/>
                    </a:lnB>
                    <a:solidFill>
                      <a:srgbClr val="1A1517"/>
                    </a:solidFill>
                  </a:tcPr>
                </a:tc>
                <a:tc>
                  <a:txBody>
                    <a:bodyPr/>
                    <a:lstStyle/>
                    <a:p>
                      <a:pPr marL="0" indent="0" algn="r">
                        <a:lnSpc>
                          <a:spcPts val="1680"/>
                        </a:lnSpc>
                        <a:buNone/>
                      </a:pPr>
                      <a:r>
                        <a:rPr lang="en-US" sz="1200" dirty="0">
                          <a:solidFill>
                            <a:srgbClr val="F5F1EE"/>
                          </a:solidFill>
                          <a:latin typeface="Rubik" pitchFamily="34" charset="0"/>
                          <a:ea typeface="Rubik" pitchFamily="34" charset="-122"/>
                          <a:cs typeface="Rubik" pitchFamily="34" charset="-120"/>
                        </a:rPr>
                        <a:t>1</a:t>
                      </a:r>
                      <a:endParaRPr lang="en-US" sz="1200" dirty="0">
                        <a:latin typeface="Rubik" charset="0"/>
                        <a:ea typeface="Rubik" charset="0"/>
                        <a:cs typeface="Rubik" charset="0"/>
                      </a:endParaRPr>
                    </a:p>
                  </a:txBody>
                  <a:tcPr marL="53340" marR="53340" marT="53340" marB="53340">
                    <a:lnL w="12700" cap="flat" cmpd="sng" algn="ctr">
                      <a:solidFill>
                        <a:srgbClr val="4B4748"/>
                      </a:solidFill>
                      <a:prstDash val="solid"/>
                      <a:round/>
                      <a:headEnd type="none" w="med" len="med"/>
                      <a:tailEnd type="none" w="med" len="med"/>
                    </a:lnL>
                    <a:lnR w="12700" cap="flat" cmpd="sng" algn="ctr">
                      <a:solidFill>
                        <a:srgbClr val="4B4748"/>
                      </a:solidFill>
                      <a:prstDash val="solid"/>
                      <a:round/>
                      <a:headEnd type="none" w="med" len="med"/>
                      <a:tailEnd type="none" w="med" len="med"/>
                    </a:lnR>
                    <a:lnT w="12700" cap="flat" cmpd="sng" algn="ctr">
                      <a:solidFill>
                        <a:srgbClr val="534E4F"/>
                      </a:solidFill>
                      <a:prstDash val="solid"/>
                      <a:round/>
                      <a:headEnd type="none" w="med" len="med"/>
                      <a:tailEnd type="none" w="med" len="med"/>
                    </a:lnT>
                    <a:lnB w="12700" cap="flat" cmpd="sng" algn="ctr">
                      <a:solidFill>
                        <a:srgbClr val="4B4748"/>
                      </a:solidFill>
                      <a:prstDash val="solid"/>
                      <a:round/>
                      <a:headEnd type="none" w="med" len="med"/>
                      <a:tailEnd type="none" w="med" len="med"/>
                    </a:lnB>
                    <a:solidFill>
                      <a:srgbClr val="1A1517"/>
                    </a:solidFill>
                  </a:tcPr>
                </a:tc>
                <a:tc>
                  <a:txBody>
                    <a:bodyPr/>
                    <a:lstStyle/>
                    <a:p>
                      <a:pPr marL="0" indent="0" algn="r">
                        <a:lnSpc>
                          <a:spcPts val="1680"/>
                        </a:lnSpc>
                        <a:buNone/>
                      </a:pPr>
                      <a:r>
                        <a:rPr lang="en-US" sz="1200" dirty="0">
                          <a:solidFill>
                            <a:srgbClr val="F5F1EE"/>
                          </a:solidFill>
                          <a:latin typeface="Rubik" pitchFamily="34" charset="0"/>
                          <a:ea typeface="Rubik" pitchFamily="34" charset="-122"/>
                          <a:cs typeface="Rubik" pitchFamily="34" charset="-120"/>
                        </a:rPr>
                        <a:t>$99.95</a:t>
                      </a:r>
                      <a:endParaRPr lang="en-US" sz="1200" dirty="0">
                        <a:latin typeface="Rubik" charset="0"/>
                        <a:ea typeface="Rubik" charset="0"/>
                        <a:cs typeface="Rubik" charset="0"/>
                      </a:endParaRPr>
                    </a:p>
                  </a:txBody>
                  <a:tcPr marL="53340" marR="53340" marT="53340" marB="53340">
                    <a:lnL w="12700" cap="flat" cmpd="sng" algn="ctr">
                      <a:solidFill>
                        <a:srgbClr val="4B4748"/>
                      </a:solidFill>
                      <a:prstDash val="solid"/>
                      <a:round/>
                      <a:headEnd type="none" w="med" len="med"/>
                      <a:tailEnd type="none" w="med" len="med"/>
                    </a:lnL>
                    <a:lnR w="12700" cap="flat" cmpd="sng" algn="ctr">
                      <a:solidFill>
                        <a:srgbClr val="4B4748"/>
                      </a:solidFill>
                      <a:prstDash val="solid"/>
                      <a:round/>
                      <a:headEnd type="none" w="med" len="med"/>
                      <a:tailEnd type="none" w="med" len="med"/>
                    </a:lnR>
                    <a:lnT w="12700" cap="flat" cmpd="sng" algn="ctr">
                      <a:solidFill>
                        <a:srgbClr val="534E4F"/>
                      </a:solidFill>
                      <a:prstDash val="solid"/>
                      <a:round/>
                      <a:headEnd type="none" w="med" len="med"/>
                      <a:tailEnd type="none" w="med" len="med"/>
                    </a:lnT>
                    <a:lnB w="12700" cap="flat" cmpd="sng" algn="ctr">
                      <a:solidFill>
                        <a:srgbClr val="4B4748"/>
                      </a:solidFill>
                      <a:prstDash val="solid"/>
                      <a:round/>
                      <a:headEnd type="none" w="med" len="med"/>
                      <a:tailEnd type="none" w="med" len="med"/>
                    </a:lnB>
                    <a:solidFill>
                      <a:srgbClr val="1A1517"/>
                    </a:solidFill>
                  </a:tcPr>
                </a:tc>
                <a:tc>
                  <a:txBody>
                    <a:bodyPr/>
                    <a:lstStyle/>
                    <a:p>
                      <a:pPr marL="0" indent="0" algn="r">
                        <a:lnSpc>
                          <a:spcPts val="1680"/>
                        </a:lnSpc>
                        <a:buNone/>
                      </a:pPr>
                      <a:r>
                        <a:rPr lang="en-US" sz="1200" dirty="0">
                          <a:solidFill>
                            <a:srgbClr val="F5F1EE"/>
                          </a:solidFill>
                          <a:latin typeface="Rubik" pitchFamily="34" charset="0"/>
                          <a:ea typeface="Rubik" pitchFamily="34" charset="-122"/>
                          <a:cs typeface="Rubik" pitchFamily="34" charset="-120"/>
                        </a:rPr>
                        <a:t>$99.95</a:t>
                      </a:r>
                      <a:endParaRPr lang="en-US" sz="1200" dirty="0">
                        <a:latin typeface="Rubik" charset="0"/>
                        <a:ea typeface="Rubik" charset="0"/>
                        <a:cs typeface="Rubik" charset="0"/>
                      </a:endParaRPr>
                    </a:p>
                  </a:txBody>
                  <a:tcPr marL="53340" marR="53340" marT="53340" marB="53340">
                    <a:lnL w="12700" cap="flat" cmpd="sng" algn="ctr">
                      <a:solidFill>
                        <a:srgbClr val="4B4748"/>
                      </a:solidFill>
                      <a:prstDash val="solid"/>
                      <a:round/>
                      <a:headEnd type="none" w="med" len="med"/>
                      <a:tailEnd type="none" w="med" len="med"/>
                    </a:lnL>
                    <a:lnR w="12700" cap="flat" cmpd="sng" algn="ctr">
                      <a:solidFill>
                        <a:srgbClr val="4B4748"/>
                      </a:solidFill>
                      <a:prstDash val="solid"/>
                      <a:round/>
                      <a:headEnd type="none" w="med" len="med"/>
                      <a:tailEnd type="none" w="med" len="med"/>
                    </a:lnR>
                    <a:lnT w="12700" cap="flat" cmpd="sng" algn="ctr">
                      <a:solidFill>
                        <a:srgbClr val="534E4F"/>
                      </a:solidFill>
                      <a:prstDash val="solid"/>
                      <a:round/>
                      <a:headEnd type="none" w="med" len="med"/>
                      <a:tailEnd type="none" w="med" len="med"/>
                    </a:lnT>
                    <a:lnB w="12700" cap="flat" cmpd="sng" algn="ctr">
                      <a:solidFill>
                        <a:srgbClr val="4B4748"/>
                      </a:solidFill>
                      <a:prstDash val="solid"/>
                      <a:round/>
                      <a:headEnd type="none" w="med" len="med"/>
                      <a:tailEnd type="none" w="med" len="med"/>
                    </a:lnB>
                    <a:solidFill>
                      <a:srgbClr val="1A1517"/>
                    </a:solidFill>
                  </a:tcPr>
                </a:tc>
                <a:extLst>
                  <a:ext uri="{0D108BD9-81ED-4DB2-BD59-A6C34878D82A}">
                    <a16:rowId xmlns:a16="http://schemas.microsoft.com/office/drawing/2014/main" val="10006"/>
                  </a:ext>
                </a:extLst>
              </a:tr>
              <a:tr h="332680">
                <a:tc>
                  <a:txBody>
                    <a:bodyPr/>
                    <a:lstStyle/>
                    <a:p>
                      <a:pPr marL="0" indent="0">
                        <a:lnSpc>
                          <a:spcPts val="1680"/>
                        </a:lnSpc>
                        <a:buNone/>
                      </a:pPr>
                      <a:r>
                        <a:rPr lang="en-US" sz="1200" dirty="0">
                          <a:solidFill>
                            <a:srgbClr val="F5F1EE"/>
                          </a:solidFill>
                          <a:latin typeface="Rubik" pitchFamily="34" charset="0"/>
                          <a:ea typeface="Rubik" pitchFamily="34" charset="-122"/>
                          <a:cs typeface="Rubik" pitchFamily="34" charset="-120"/>
                        </a:rPr>
                        <a:t>Total</a:t>
                      </a:r>
                      <a:endParaRPr lang="en-US" sz="1200" dirty="0">
                        <a:latin typeface="Rubik" charset="0"/>
                        <a:ea typeface="Rubik" charset="0"/>
                        <a:cs typeface="Rubik" charset="0"/>
                      </a:endParaRPr>
                    </a:p>
                  </a:txBody>
                  <a:tcPr marL="53340" marR="53340" marT="53340" marB="53340">
                    <a:lnL w="12700" cap="flat" cmpd="sng" algn="ctr">
                      <a:solidFill>
                        <a:srgbClr val="454344"/>
                      </a:solidFill>
                      <a:prstDash val="solid"/>
                      <a:round/>
                      <a:headEnd type="none" w="med" len="med"/>
                      <a:tailEnd type="none" w="med" len="med"/>
                    </a:lnL>
                    <a:lnR w="12700" cap="flat" cmpd="sng" algn="ctr">
                      <a:solidFill>
                        <a:srgbClr val="644B4F"/>
                      </a:solidFill>
                      <a:prstDash val="solid"/>
                      <a:round/>
                      <a:headEnd type="none" w="med" len="med"/>
                      <a:tailEnd type="none" w="med" len="med"/>
                    </a:lnR>
                    <a:lnT w="12700" cap="flat" cmpd="sng" algn="ctr">
                      <a:solidFill>
                        <a:srgbClr val="4B4748"/>
                      </a:solidFill>
                      <a:prstDash val="solid"/>
                      <a:round/>
                      <a:headEnd type="none" w="med" len="med"/>
                      <a:tailEnd type="none" w="med" len="med"/>
                    </a:lnT>
                    <a:lnB w="12700" cap="flat" cmpd="sng" algn="ctr">
                      <a:solidFill>
                        <a:srgbClr val="644B4F"/>
                      </a:solidFill>
                      <a:prstDash val="solid"/>
                      <a:round/>
                      <a:headEnd type="none" w="med" len="med"/>
                      <a:tailEnd type="none" w="med" len="med"/>
                    </a:lnB>
                    <a:solidFill>
                      <a:srgbClr val="3A1A20"/>
                    </a:solidFill>
                  </a:tcPr>
                </a:tc>
                <a:tc>
                  <a:txBody>
                    <a:bodyPr/>
                    <a:lstStyle/>
                    <a:p>
                      <a:pPr marL="0" indent="0" algn="r">
                        <a:lnSpc>
                          <a:spcPts val="1680"/>
                        </a:lnSpc>
                        <a:buNone/>
                      </a:pPr>
                      <a:endParaRPr lang="en-US" sz="1200" dirty="0">
                        <a:latin typeface="Rubik" charset="0"/>
                        <a:ea typeface="Rubik" charset="0"/>
                        <a:cs typeface="Rubik" charset="0"/>
                      </a:endParaRPr>
                    </a:p>
                  </a:txBody>
                  <a:tcPr marL="53340" marR="53340" marT="53340" marB="53340">
                    <a:lnL w="12700" cap="flat" cmpd="sng" algn="ctr">
                      <a:solidFill>
                        <a:srgbClr val="644B4F"/>
                      </a:solidFill>
                      <a:prstDash val="solid"/>
                      <a:round/>
                      <a:headEnd type="none" w="med" len="med"/>
                      <a:tailEnd type="none" w="med" len="med"/>
                    </a:lnL>
                    <a:lnR w="12700" cap="flat" cmpd="sng" algn="ctr">
                      <a:solidFill>
                        <a:srgbClr val="644B4F"/>
                      </a:solidFill>
                      <a:prstDash val="solid"/>
                      <a:round/>
                      <a:headEnd type="none" w="med" len="med"/>
                      <a:tailEnd type="none" w="med" len="med"/>
                    </a:lnR>
                    <a:lnT w="12700" cap="flat" cmpd="sng" algn="ctr">
                      <a:solidFill>
                        <a:srgbClr val="4B4748"/>
                      </a:solidFill>
                      <a:prstDash val="solid"/>
                      <a:round/>
                      <a:headEnd type="none" w="med" len="med"/>
                      <a:tailEnd type="none" w="med" len="med"/>
                    </a:lnT>
                    <a:lnB w="12700" cap="flat" cmpd="sng" algn="ctr">
                      <a:solidFill>
                        <a:srgbClr val="644B4F"/>
                      </a:solidFill>
                      <a:prstDash val="solid"/>
                      <a:round/>
                      <a:headEnd type="none" w="med" len="med"/>
                      <a:tailEnd type="none" w="med" len="med"/>
                    </a:lnB>
                    <a:solidFill>
                      <a:srgbClr val="3A1A20"/>
                    </a:solidFill>
                  </a:tcPr>
                </a:tc>
                <a:tc>
                  <a:txBody>
                    <a:bodyPr/>
                    <a:lstStyle/>
                    <a:p>
                      <a:pPr marL="0" indent="0" algn="r">
                        <a:lnSpc>
                          <a:spcPts val="1680"/>
                        </a:lnSpc>
                        <a:buNone/>
                      </a:pPr>
                      <a:endParaRPr lang="en-US" sz="1200" dirty="0">
                        <a:latin typeface="Rubik" charset="0"/>
                        <a:ea typeface="Rubik" charset="0"/>
                        <a:cs typeface="Rubik" charset="0"/>
                      </a:endParaRPr>
                    </a:p>
                  </a:txBody>
                  <a:tcPr marL="53340" marR="53340" marT="53340" marB="53340">
                    <a:lnL w="12700" cap="flat" cmpd="sng" algn="ctr">
                      <a:solidFill>
                        <a:srgbClr val="644B4F"/>
                      </a:solidFill>
                      <a:prstDash val="solid"/>
                      <a:round/>
                      <a:headEnd type="none" w="med" len="med"/>
                      <a:tailEnd type="none" w="med" len="med"/>
                    </a:lnL>
                    <a:lnR w="12700" cap="flat" cmpd="sng" algn="ctr">
                      <a:solidFill>
                        <a:srgbClr val="644B4F"/>
                      </a:solidFill>
                      <a:prstDash val="solid"/>
                      <a:round/>
                      <a:headEnd type="none" w="med" len="med"/>
                      <a:tailEnd type="none" w="med" len="med"/>
                    </a:lnR>
                    <a:lnT w="12700" cap="flat" cmpd="sng" algn="ctr">
                      <a:solidFill>
                        <a:srgbClr val="4B4748"/>
                      </a:solidFill>
                      <a:prstDash val="solid"/>
                      <a:round/>
                      <a:headEnd type="none" w="med" len="med"/>
                      <a:tailEnd type="none" w="med" len="med"/>
                    </a:lnT>
                    <a:lnB w="12700" cap="flat" cmpd="sng" algn="ctr">
                      <a:solidFill>
                        <a:srgbClr val="644B4F"/>
                      </a:solidFill>
                      <a:prstDash val="solid"/>
                      <a:round/>
                      <a:headEnd type="none" w="med" len="med"/>
                      <a:tailEnd type="none" w="med" len="med"/>
                    </a:lnB>
                    <a:solidFill>
                      <a:srgbClr val="3A1A20"/>
                    </a:solidFill>
                  </a:tcPr>
                </a:tc>
                <a:tc>
                  <a:txBody>
                    <a:bodyPr/>
                    <a:lstStyle/>
                    <a:p>
                      <a:pPr marL="0" indent="0" algn="r">
                        <a:lnSpc>
                          <a:spcPts val="1680"/>
                        </a:lnSpc>
                        <a:buNone/>
                      </a:pPr>
                      <a:r>
                        <a:rPr lang="en-US" sz="1200" dirty="0">
                          <a:solidFill>
                            <a:srgbClr val="F5F1EE"/>
                          </a:solidFill>
                          <a:latin typeface="Rubik" pitchFamily="34" charset="0"/>
                          <a:ea typeface="Rubik" pitchFamily="34" charset="-122"/>
                          <a:cs typeface="Rubik" pitchFamily="34" charset="-120"/>
                        </a:rPr>
                        <a:t>$677.17</a:t>
                      </a:r>
                      <a:endParaRPr lang="en-US" sz="1200" dirty="0">
                        <a:latin typeface="Rubik" charset="0"/>
                        <a:ea typeface="Rubik" charset="0"/>
                        <a:cs typeface="Rubik" charset="0"/>
                      </a:endParaRPr>
                    </a:p>
                  </a:txBody>
                  <a:tcPr marL="53340" marR="53340" marT="53340" marB="53340">
                    <a:lnL w="12700" cap="flat" cmpd="sng" algn="ctr">
                      <a:solidFill>
                        <a:srgbClr val="644B4F"/>
                      </a:solidFill>
                      <a:prstDash val="solid"/>
                      <a:round/>
                      <a:headEnd type="none" w="med" len="med"/>
                      <a:tailEnd type="none" w="med" len="med"/>
                    </a:lnL>
                    <a:lnR w="12700" cap="flat" cmpd="sng" algn="ctr">
                      <a:solidFill>
                        <a:srgbClr val="644B4F"/>
                      </a:solidFill>
                      <a:prstDash val="solid"/>
                      <a:round/>
                      <a:headEnd type="none" w="med" len="med"/>
                      <a:tailEnd type="none" w="med" len="med"/>
                    </a:lnR>
                    <a:lnT w="12700" cap="flat" cmpd="sng" algn="ctr">
                      <a:solidFill>
                        <a:srgbClr val="4B4748"/>
                      </a:solidFill>
                      <a:prstDash val="solid"/>
                      <a:round/>
                      <a:headEnd type="none" w="med" len="med"/>
                      <a:tailEnd type="none" w="med" len="med"/>
                    </a:lnT>
                    <a:lnB w="12700" cap="flat" cmpd="sng" algn="ctr">
                      <a:solidFill>
                        <a:srgbClr val="644B4F"/>
                      </a:solidFill>
                      <a:prstDash val="solid"/>
                      <a:round/>
                      <a:headEnd type="none" w="med" len="med"/>
                      <a:tailEnd type="none" w="med" len="med"/>
                    </a:lnB>
                    <a:solidFill>
                      <a:srgbClr val="3A1A20"/>
                    </a:solidFill>
                  </a:tcPr>
                </a:tc>
                <a:extLst>
                  <a:ext uri="{0D108BD9-81ED-4DB2-BD59-A6C34878D82A}">
                    <a16:rowId xmlns:a16="http://schemas.microsoft.com/office/drawing/2014/main" val="10007"/>
                  </a:ext>
                </a:extLst>
              </a:tr>
            </a:tbl>
          </a:graphicData>
        </a:graphic>
      </p:graphicFrame>
      <p:sp>
        <p:nvSpPr>
          <p:cNvPr id="9" name="Text 6"/>
          <p:cNvSpPr/>
          <p:nvPr/>
        </p:nvSpPr>
        <p:spPr>
          <a:xfrm>
            <a:off x="812800" y="4396234"/>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9B0AE"/>
                </a:solidFill>
                <a:latin typeface="Rubik" pitchFamily="34" charset="0"/>
                <a:ea typeface="Rubik" pitchFamily="34" charset="-122"/>
                <a:cs typeface="Rubik" pitchFamily="34" charset="-120"/>
              </a:rPr>
              <a:t>List prices, October 2026; item names link to each product. Voice radio gear can be left out of the cost report (B.10.7.1).</a:t>
            </a:r>
            <a:endParaRPr lang="en-US" sz="1200" dirty="0"/>
          </a:p>
        </p:txBody>
      </p:sp>
      <p:sp>
        <p:nvSpPr>
          <p:cNvPr id="10" name="Text 7"/>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9B0AE"/>
                </a:solidFill>
                <a:latin typeface="Rubik" pitchFamily="34" charset="0"/>
                <a:ea typeface="Rubik" pitchFamily="34" charset="-122"/>
                <a:cs typeface="Rubik" pitchFamily="34" charset="-120"/>
              </a:rPr>
              <a:t>Aggie Baja Controls · Driver-to-pit comms</a:t>
            </a:r>
            <a:endParaRPr lang="en-US" sz="1200" dirty="0"/>
          </a:p>
        </p:txBody>
      </p:sp>
      <p:sp>
        <p:nvSpPr>
          <p:cNvPr id="11" name="Text 8"/>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B9B0AE"/>
                </a:solidFill>
                <a:latin typeface="Rubik" pitchFamily="34" charset="0"/>
                <a:ea typeface="Rubik" pitchFamily="34" charset="-122"/>
                <a:cs typeface="Rubik"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8">
    <p:bg>
      <p:bgPr>
        <a:solidFill>
          <a:srgbClr val="1A1517"/>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kern="0" spc="50" dirty="0">
                <a:solidFill>
                  <a:srgbClr val="F5F1EE"/>
                </a:solidFill>
                <a:latin typeface="Oswald" pitchFamily="34" charset="0"/>
                <a:ea typeface="Oswald" pitchFamily="34" charset="-122"/>
                <a:cs typeface="Oswald" pitchFamily="34" charset="-120"/>
              </a:rPr>
              <a:t>NEXT STEPS</a:t>
            </a:r>
            <a:endParaRPr lang="en-US" sz="3600" dirty="0"/>
          </a:p>
        </p:txBody>
      </p:sp>
      <p:sp>
        <p:nvSpPr>
          <p:cNvPr id="3" name="Text 1"/>
          <p:cNvSpPr/>
          <p:nvPr/>
        </p:nvSpPr>
        <p:spPr>
          <a:xfrm>
            <a:off x="812800" y="1417290"/>
            <a:ext cx="10883392"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B9B0AE"/>
                </a:solidFill>
                <a:latin typeface="Rubik" pitchFamily="34" charset="0"/>
                <a:ea typeface="Rubik" pitchFamily="34" charset="-122"/>
                <a:cs typeface="Rubik" pitchFamily="34" charset="-120"/>
              </a:rPr>
              <a:t>Lined up with our Gantt chart; every check before testing happens in the shop.</a:t>
            </a:r>
            <a:endParaRPr lang="en-US" sz="1600" dirty="0"/>
          </a:p>
        </p:txBody>
      </p:sp>
      <p:sp>
        <p:nvSpPr>
          <p:cNvPr id="4" name="Text 2"/>
          <p:cNvSpPr/>
          <p:nvPr/>
        </p:nvSpPr>
        <p:spPr>
          <a:xfrm>
            <a:off x="812800" y="2909639"/>
            <a:ext cx="1684834"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F4D5A"/>
                </a:solidFill>
                <a:latin typeface="Oswald" pitchFamily="34" charset="0"/>
                <a:ea typeface="Oswald" pitchFamily="34" charset="-122"/>
                <a:cs typeface="Oswald" pitchFamily="34" charset="-120"/>
              </a:rPr>
              <a:t>Dec 7–13, 2026</a:t>
            </a:r>
            <a:endParaRPr lang="en-US" sz="1600" dirty="0"/>
          </a:p>
        </p:txBody>
      </p:sp>
      <p:sp>
        <p:nvSpPr>
          <p:cNvPr id="5" name="Shape 3"/>
          <p:cNvSpPr/>
          <p:nvPr/>
        </p:nvSpPr>
        <p:spPr>
          <a:xfrm>
            <a:off x="812800" y="3321100"/>
            <a:ext cx="1634034" cy="63500"/>
          </a:xfrm>
          <a:prstGeom prst="rect">
            <a:avLst/>
          </a:prstGeom>
          <a:solidFill>
            <a:srgbClr val="3A3133"/>
          </a:solidFill>
          <a:ln/>
        </p:spPr>
        <p:txBody>
          <a:bodyPr/>
          <a:lstStyle/>
          <a:p>
            <a:endParaRPr lang="en-US"/>
          </a:p>
        </p:txBody>
      </p:sp>
      <p:sp>
        <p:nvSpPr>
          <p:cNvPr id="6" name="Shape 4"/>
          <p:cNvSpPr/>
          <p:nvPr/>
        </p:nvSpPr>
        <p:spPr>
          <a:xfrm>
            <a:off x="831850" y="3321100"/>
            <a:ext cx="0" cy="63500"/>
          </a:xfrm>
          <a:prstGeom prst="line">
            <a:avLst/>
          </a:prstGeom>
          <a:noFill/>
          <a:ln w="38100">
            <a:solidFill>
              <a:srgbClr val="FF4D5A"/>
            </a:solidFill>
            <a:prstDash val="solid"/>
          </a:ln>
        </p:spPr>
        <p:txBody>
          <a:bodyPr/>
          <a:lstStyle/>
          <a:p>
            <a:endParaRPr lang="en-US"/>
          </a:p>
        </p:txBody>
      </p:sp>
      <p:sp>
        <p:nvSpPr>
          <p:cNvPr id="7" name="Text 5"/>
          <p:cNvSpPr/>
          <p:nvPr/>
        </p:nvSpPr>
        <p:spPr>
          <a:xfrm>
            <a:off x="812800" y="3511600"/>
            <a:ext cx="1684834"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5F1EE"/>
                </a:solidFill>
                <a:latin typeface="Oswald" pitchFamily="34" charset="0"/>
                <a:ea typeface="Oswald" pitchFamily="34" charset="-122"/>
                <a:cs typeface="Oswald" pitchFamily="34" charset="-120"/>
              </a:rPr>
              <a:t>ORDER</a:t>
            </a:r>
            <a:endParaRPr lang="en-US" sz="1600" dirty="0"/>
          </a:p>
        </p:txBody>
      </p:sp>
      <p:sp>
        <p:nvSpPr>
          <p:cNvPr id="8" name="Text 6"/>
          <p:cNvSpPr/>
          <p:nvPr/>
        </p:nvSpPr>
        <p:spPr>
          <a:xfrm>
            <a:off x="812800" y="3882430"/>
            <a:ext cx="1684834" cy="87868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9B0AE"/>
                </a:solidFill>
                <a:latin typeface="Rubik" pitchFamily="34" charset="0"/>
                <a:ea typeface="Rubik" pitchFamily="34" charset="-122"/>
                <a:cs typeface="Rubik" pitchFamily="34" charset="-120"/>
              </a:rPr>
              <a:t>With the rest of the controls parts, after confirming the 2-pin fit.</a:t>
            </a:r>
            <a:endParaRPr lang="en-US" sz="1200" dirty="0"/>
          </a:p>
        </p:txBody>
      </p:sp>
      <p:sp>
        <p:nvSpPr>
          <p:cNvPr id="9" name="Text 7"/>
          <p:cNvSpPr/>
          <p:nvPr/>
        </p:nvSpPr>
        <p:spPr>
          <a:xfrm>
            <a:off x="2599234" y="2909639"/>
            <a:ext cx="1684883"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F4D5A"/>
                </a:solidFill>
                <a:latin typeface="Oswald" pitchFamily="34" charset="0"/>
                <a:ea typeface="Oswald" pitchFamily="34" charset="-122"/>
                <a:cs typeface="Oswald" pitchFamily="34" charset="-120"/>
              </a:rPr>
              <a:t>Jan 2027</a:t>
            </a:r>
            <a:endParaRPr lang="en-US" sz="1600" dirty="0"/>
          </a:p>
        </p:txBody>
      </p:sp>
      <p:sp>
        <p:nvSpPr>
          <p:cNvPr id="10" name="Shape 8"/>
          <p:cNvSpPr/>
          <p:nvPr/>
        </p:nvSpPr>
        <p:spPr>
          <a:xfrm>
            <a:off x="2599234" y="3321100"/>
            <a:ext cx="1634083" cy="63500"/>
          </a:xfrm>
          <a:prstGeom prst="rect">
            <a:avLst/>
          </a:prstGeom>
          <a:solidFill>
            <a:srgbClr val="3A3133"/>
          </a:solidFill>
          <a:ln/>
        </p:spPr>
        <p:txBody>
          <a:bodyPr/>
          <a:lstStyle/>
          <a:p>
            <a:endParaRPr lang="en-US"/>
          </a:p>
        </p:txBody>
      </p:sp>
      <p:sp>
        <p:nvSpPr>
          <p:cNvPr id="11" name="Shape 9"/>
          <p:cNvSpPr/>
          <p:nvPr/>
        </p:nvSpPr>
        <p:spPr>
          <a:xfrm>
            <a:off x="2618284" y="3321100"/>
            <a:ext cx="0" cy="63500"/>
          </a:xfrm>
          <a:prstGeom prst="line">
            <a:avLst/>
          </a:prstGeom>
          <a:noFill/>
          <a:ln w="38100">
            <a:solidFill>
              <a:srgbClr val="FF4D5A"/>
            </a:solidFill>
            <a:prstDash val="solid"/>
          </a:ln>
        </p:spPr>
        <p:txBody>
          <a:bodyPr/>
          <a:lstStyle/>
          <a:p>
            <a:endParaRPr lang="en-US"/>
          </a:p>
        </p:txBody>
      </p:sp>
      <p:sp>
        <p:nvSpPr>
          <p:cNvPr id="12" name="Text 10"/>
          <p:cNvSpPr/>
          <p:nvPr/>
        </p:nvSpPr>
        <p:spPr>
          <a:xfrm>
            <a:off x="2599234" y="3511600"/>
            <a:ext cx="1684883"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5F1EE"/>
                </a:solidFill>
                <a:latin typeface="Oswald" pitchFamily="34" charset="0"/>
                <a:ea typeface="Oswald" pitchFamily="34" charset="-122"/>
                <a:cs typeface="Oswald" pitchFamily="34" charset="-120"/>
              </a:rPr>
              <a:t>BENCH CHECK</a:t>
            </a:r>
            <a:endParaRPr lang="en-US" sz="1600" dirty="0"/>
          </a:p>
        </p:txBody>
      </p:sp>
      <p:sp>
        <p:nvSpPr>
          <p:cNvPr id="13" name="Text 11"/>
          <p:cNvSpPr/>
          <p:nvPr/>
        </p:nvSpPr>
        <p:spPr>
          <a:xfrm>
            <a:off x="2599234" y="3882430"/>
            <a:ext cx="1684883"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9B0AE"/>
                </a:solidFill>
                <a:latin typeface="Rubik" pitchFamily="34" charset="0"/>
                <a:ea typeface="Rubik" pitchFamily="34" charset="-122"/>
                <a:cs typeface="Rubik" pitchFamily="34" charset="-120"/>
              </a:rPr>
              <a:t>Plugs fit, audio is clear, PTT keys the radio.</a:t>
            </a:r>
            <a:endParaRPr lang="en-US" sz="1200" dirty="0"/>
          </a:p>
        </p:txBody>
      </p:sp>
      <p:sp>
        <p:nvSpPr>
          <p:cNvPr id="14" name="Text 12"/>
          <p:cNvSpPr/>
          <p:nvPr/>
        </p:nvSpPr>
        <p:spPr>
          <a:xfrm>
            <a:off x="4385717" y="2909639"/>
            <a:ext cx="1684834"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F4D5A"/>
                </a:solidFill>
                <a:latin typeface="Oswald" pitchFamily="34" charset="0"/>
                <a:ea typeface="Oswald" pitchFamily="34" charset="-122"/>
                <a:cs typeface="Oswald" pitchFamily="34" charset="-120"/>
              </a:rPr>
              <a:t>Feb 2027</a:t>
            </a:r>
            <a:endParaRPr lang="en-US" sz="1600" dirty="0"/>
          </a:p>
        </p:txBody>
      </p:sp>
      <p:sp>
        <p:nvSpPr>
          <p:cNvPr id="15" name="Shape 13"/>
          <p:cNvSpPr/>
          <p:nvPr/>
        </p:nvSpPr>
        <p:spPr>
          <a:xfrm>
            <a:off x="4385717" y="3321100"/>
            <a:ext cx="1634034" cy="63500"/>
          </a:xfrm>
          <a:prstGeom prst="rect">
            <a:avLst/>
          </a:prstGeom>
          <a:solidFill>
            <a:srgbClr val="3A3133"/>
          </a:solidFill>
          <a:ln/>
        </p:spPr>
        <p:txBody>
          <a:bodyPr/>
          <a:lstStyle/>
          <a:p>
            <a:endParaRPr lang="en-US"/>
          </a:p>
        </p:txBody>
      </p:sp>
      <p:sp>
        <p:nvSpPr>
          <p:cNvPr id="16" name="Shape 14"/>
          <p:cNvSpPr/>
          <p:nvPr/>
        </p:nvSpPr>
        <p:spPr>
          <a:xfrm>
            <a:off x="4404767" y="3321100"/>
            <a:ext cx="0" cy="63500"/>
          </a:xfrm>
          <a:prstGeom prst="line">
            <a:avLst/>
          </a:prstGeom>
          <a:noFill/>
          <a:ln w="38100">
            <a:solidFill>
              <a:srgbClr val="FF4D5A"/>
            </a:solidFill>
            <a:prstDash val="solid"/>
          </a:ln>
        </p:spPr>
        <p:txBody>
          <a:bodyPr/>
          <a:lstStyle/>
          <a:p>
            <a:endParaRPr lang="en-US"/>
          </a:p>
        </p:txBody>
      </p:sp>
      <p:sp>
        <p:nvSpPr>
          <p:cNvPr id="17" name="Text 15"/>
          <p:cNvSpPr/>
          <p:nvPr/>
        </p:nvSpPr>
        <p:spPr>
          <a:xfrm>
            <a:off x="4385717" y="3511600"/>
            <a:ext cx="1684834"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5F1EE"/>
                </a:solidFill>
                <a:latin typeface="Oswald" pitchFamily="34" charset="0"/>
                <a:ea typeface="Oswald" pitchFamily="34" charset="-122"/>
                <a:cs typeface="Oswald" pitchFamily="34" charset="-120"/>
              </a:rPr>
              <a:t>INSTALL</a:t>
            </a:r>
            <a:endParaRPr lang="en-US" sz="1600" dirty="0"/>
          </a:p>
        </p:txBody>
      </p:sp>
      <p:sp>
        <p:nvSpPr>
          <p:cNvPr id="18" name="Text 16"/>
          <p:cNvSpPr/>
          <p:nvPr/>
        </p:nvSpPr>
        <p:spPr>
          <a:xfrm>
            <a:off x="4385717" y="3882430"/>
            <a:ext cx="1684834"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9B0AE"/>
                </a:solidFill>
                <a:latin typeface="Rubik" pitchFamily="34" charset="0"/>
                <a:ea typeface="Rubik" pitchFamily="34" charset="-122"/>
                <a:cs typeface="Rubik" pitchFamily="34" charset="-120"/>
              </a:rPr>
              <a:t>Mount radio, antenna and cord; time the egress.</a:t>
            </a:r>
            <a:endParaRPr lang="en-US" sz="1200" dirty="0"/>
          </a:p>
        </p:txBody>
      </p:sp>
      <p:sp>
        <p:nvSpPr>
          <p:cNvPr id="19" name="Text 17"/>
          <p:cNvSpPr/>
          <p:nvPr/>
        </p:nvSpPr>
        <p:spPr>
          <a:xfrm>
            <a:off x="6172150" y="2909639"/>
            <a:ext cx="1684883"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F4D5A"/>
                </a:solidFill>
                <a:latin typeface="Oswald" pitchFamily="34" charset="0"/>
                <a:ea typeface="Oswald" pitchFamily="34" charset="-122"/>
                <a:cs typeface="Oswald" pitchFamily="34" charset="-120"/>
              </a:rPr>
              <a:t>By Mar 15, 2027</a:t>
            </a:r>
            <a:endParaRPr lang="en-US" sz="1600" dirty="0"/>
          </a:p>
        </p:txBody>
      </p:sp>
      <p:sp>
        <p:nvSpPr>
          <p:cNvPr id="20" name="Shape 18"/>
          <p:cNvSpPr/>
          <p:nvPr/>
        </p:nvSpPr>
        <p:spPr>
          <a:xfrm>
            <a:off x="6172150" y="3321100"/>
            <a:ext cx="1634083" cy="63500"/>
          </a:xfrm>
          <a:prstGeom prst="rect">
            <a:avLst/>
          </a:prstGeom>
          <a:solidFill>
            <a:srgbClr val="3A3133"/>
          </a:solidFill>
          <a:ln/>
        </p:spPr>
        <p:txBody>
          <a:bodyPr/>
          <a:lstStyle/>
          <a:p>
            <a:endParaRPr lang="en-US"/>
          </a:p>
        </p:txBody>
      </p:sp>
      <p:sp>
        <p:nvSpPr>
          <p:cNvPr id="21" name="Shape 19"/>
          <p:cNvSpPr/>
          <p:nvPr/>
        </p:nvSpPr>
        <p:spPr>
          <a:xfrm>
            <a:off x="6191200" y="3321100"/>
            <a:ext cx="0" cy="63500"/>
          </a:xfrm>
          <a:prstGeom prst="line">
            <a:avLst/>
          </a:prstGeom>
          <a:noFill/>
          <a:ln w="38100">
            <a:solidFill>
              <a:srgbClr val="FF4D5A"/>
            </a:solidFill>
            <a:prstDash val="solid"/>
          </a:ln>
        </p:spPr>
        <p:txBody>
          <a:bodyPr/>
          <a:lstStyle/>
          <a:p>
            <a:endParaRPr lang="en-US"/>
          </a:p>
        </p:txBody>
      </p:sp>
      <p:sp>
        <p:nvSpPr>
          <p:cNvPr id="22" name="Text 20"/>
          <p:cNvSpPr/>
          <p:nvPr/>
        </p:nvSpPr>
        <p:spPr>
          <a:xfrm>
            <a:off x="6172150" y="3511600"/>
            <a:ext cx="1684883"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5F1EE"/>
                </a:solidFill>
                <a:latin typeface="Oswald" pitchFamily="34" charset="0"/>
                <a:ea typeface="Oswald" pitchFamily="34" charset="-122"/>
                <a:cs typeface="Oswald" pitchFamily="34" charset="-120"/>
              </a:rPr>
              <a:t>VERIFY</a:t>
            </a:r>
            <a:endParaRPr lang="en-US" sz="1600" dirty="0"/>
          </a:p>
        </p:txBody>
      </p:sp>
      <p:sp>
        <p:nvSpPr>
          <p:cNvPr id="23" name="Text 21"/>
          <p:cNvSpPr/>
          <p:nvPr/>
        </p:nvSpPr>
        <p:spPr>
          <a:xfrm>
            <a:off x="6172150" y="3882430"/>
            <a:ext cx="1684883"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9B0AE"/>
                </a:solidFill>
                <a:latin typeface="Rubik" pitchFamily="34" charset="0"/>
                <a:ea typeface="Rubik" pitchFamily="34" charset="-122"/>
                <a:cs typeface="Rubik" pitchFamily="34" charset="-120"/>
              </a:rPr>
              <a:t>Range walk, full-throttle noise test, shake test.</a:t>
            </a:r>
            <a:endParaRPr lang="en-US" sz="1200" dirty="0"/>
          </a:p>
        </p:txBody>
      </p:sp>
      <p:sp>
        <p:nvSpPr>
          <p:cNvPr id="24" name="Text 22"/>
          <p:cNvSpPr/>
          <p:nvPr/>
        </p:nvSpPr>
        <p:spPr>
          <a:xfrm>
            <a:off x="7958634" y="2909639"/>
            <a:ext cx="1684883"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F4D5A"/>
                </a:solidFill>
                <a:latin typeface="Oswald" pitchFamily="34" charset="0"/>
                <a:ea typeface="Oswald" pitchFamily="34" charset="-122"/>
                <a:cs typeface="Oswald" pitchFamily="34" charset="-120"/>
              </a:rPr>
              <a:t>Mar 29, 2027</a:t>
            </a:r>
            <a:endParaRPr lang="en-US" sz="1600" dirty="0"/>
          </a:p>
        </p:txBody>
      </p:sp>
      <p:sp>
        <p:nvSpPr>
          <p:cNvPr id="25" name="Shape 23"/>
          <p:cNvSpPr/>
          <p:nvPr/>
        </p:nvSpPr>
        <p:spPr>
          <a:xfrm>
            <a:off x="7958634" y="3321100"/>
            <a:ext cx="1634083" cy="63500"/>
          </a:xfrm>
          <a:prstGeom prst="rect">
            <a:avLst/>
          </a:prstGeom>
          <a:solidFill>
            <a:srgbClr val="3A3133"/>
          </a:solidFill>
          <a:ln/>
        </p:spPr>
        <p:txBody>
          <a:bodyPr/>
          <a:lstStyle/>
          <a:p>
            <a:endParaRPr lang="en-US"/>
          </a:p>
        </p:txBody>
      </p:sp>
      <p:sp>
        <p:nvSpPr>
          <p:cNvPr id="26" name="Shape 24"/>
          <p:cNvSpPr/>
          <p:nvPr/>
        </p:nvSpPr>
        <p:spPr>
          <a:xfrm>
            <a:off x="7977684" y="3321100"/>
            <a:ext cx="0" cy="63500"/>
          </a:xfrm>
          <a:prstGeom prst="line">
            <a:avLst/>
          </a:prstGeom>
          <a:noFill/>
          <a:ln w="38100">
            <a:solidFill>
              <a:srgbClr val="FF4D5A"/>
            </a:solidFill>
            <a:prstDash val="solid"/>
          </a:ln>
        </p:spPr>
        <p:txBody>
          <a:bodyPr/>
          <a:lstStyle/>
          <a:p>
            <a:endParaRPr lang="en-US"/>
          </a:p>
        </p:txBody>
      </p:sp>
      <p:sp>
        <p:nvSpPr>
          <p:cNvPr id="27" name="Text 25"/>
          <p:cNvSpPr/>
          <p:nvPr/>
        </p:nvSpPr>
        <p:spPr>
          <a:xfrm>
            <a:off x="7958634" y="3511600"/>
            <a:ext cx="1684883"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5F1EE"/>
                </a:solidFill>
                <a:latin typeface="Oswald" pitchFamily="34" charset="0"/>
                <a:ea typeface="Oswald" pitchFamily="34" charset="-122"/>
                <a:cs typeface="Oswald" pitchFamily="34" charset="-120"/>
              </a:rPr>
              <a:t>TESTING PHASE</a:t>
            </a:r>
            <a:endParaRPr lang="en-US" sz="1600" dirty="0"/>
          </a:p>
        </p:txBody>
      </p:sp>
      <p:sp>
        <p:nvSpPr>
          <p:cNvPr id="28" name="Text 26"/>
          <p:cNvSpPr/>
          <p:nvPr/>
        </p:nvSpPr>
        <p:spPr>
          <a:xfrm>
            <a:off x="7958634" y="3882430"/>
            <a:ext cx="1684883"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9B0AE"/>
                </a:solidFill>
                <a:latin typeface="Rubik" pitchFamily="34" charset="0"/>
                <a:ea typeface="Rubik" pitchFamily="34" charset="-122"/>
                <a:cs typeface="Rubik" pitchFamily="34" charset="-120"/>
              </a:rPr>
              <a:t>Drivers practice pit calls during test runs.</a:t>
            </a:r>
            <a:endParaRPr lang="en-US" sz="1200" dirty="0"/>
          </a:p>
        </p:txBody>
      </p:sp>
      <p:sp>
        <p:nvSpPr>
          <p:cNvPr id="29" name="Text 27"/>
          <p:cNvSpPr/>
          <p:nvPr/>
        </p:nvSpPr>
        <p:spPr>
          <a:xfrm>
            <a:off x="9745117" y="2909639"/>
            <a:ext cx="1684883"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F4D5A"/>
                </a:solidFill>
                <a:latin typeface="Oswald" pitchFamily="34" charset="0"/>
                <a:ea typeface="Oswald" pitchFamily="34" charset="-122"/>
                <a:cs typeface="Oswald" pitchFamily="34" charset="-120"/>
              </a:rPr>
              <a:t>Apr 29, 2027</a:t>
            </a:r>
            <a:endParaRPr lang="en-US" sz="1600" dirty="0"/>
          </a:p>
        </p:txBody>
      </p:sp>
      <p:sp>
        <p:nvSpPr>
          <p:cNvPr id="30" name="Shape 28"/>
          <p:cNvSpPr/>
          <p:nvPr/>
        </p:nvSpPr>
        <p:spPr>
          <a:xfrm>
            <a:off x="9745117" y="3321100"/>
            <a:ext cx="1634083" cy="63500"/>
          </a:xfrm>
          <a:prstGeom prst="rect">
            <a:avLst/>
          </a:prstGeom>
          <a:solidFill>
            <a:srgbClr val="C8102E"/>
          </a:solidFill>
          <a:ln/>
        </p:spPr>
        <p:txBody>
          <a:bodyPr/>
          <a:lstStyle/>
          <a:p>
            <a:endParaRPr lang="en-US"/>
          </a:p>
        </p:txBody>
      </p:sp>
      <p:sp>
        <p:nvSpPr>
          <p:cNvPr id="31" name="Shape 29"/>
          <p:cNvSpPr/>
          <p:nvPr/>
        </p:nvSpPr>
        <p:spPr>
          <a:xfrm>
            <a:off x="9764167" y="3321100"/>
            <a:ext cx="0" cy="63500"/>
          </a:xfrm>
          <a:prstGeom prst="line">
            <a:avLst/>
          </a:prstGeom>
          <a:noFill/>
          <a:ln w="38100">
            <a:solidFill>
              <a:srgbClr val="FF4D5A"/>
            </a:solidFill>
            <a:prstDash val="solid"/>
          </a:ln>
        </p:spPr>
        <p:txBody>
          <a:bodyPr/>
          <a:lstStyle/>
          <a:p>
            <a:endParaRPr lang="en-US"/>
          </a:p>
        </p:txBody>
      </p:sp>
      <p:sp>
        <p:nvSpPr>
          <p:cNvPr id="32" name="Text 30"/>
          <p:cNvSpPr/>
          <p:nvPr/>
        </p:nvSpPr>
        <p:spPr>
          <a:xfrm>
            <a:off x="9745117" y="3511600"/>
            <a:ext cx="1684883"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5F1EE"/>
                </a:solidFill>
                <a:latin typeface="Oswald" pitchFamily="34" charset="0"/>
                <a:ea typeface="Oswald" pitchFamily="34" charset="-122"/>
                <a:cs typeface="Oswald" pitchFamily="34" charset="-120"/>
              </a:rPr>
              <a:t>RACE DAY</a:t>
            </a:r>
            <a:endParaRPr lang="en-US" sz="1600" dirty="0"/>
          </a:p>
        </p:txBody>
      </p:sp>
      <p:sp>
        <p:nvSpPr>
          <p:cNvPr id="33" name="Text 31"/>
          <p:cNvSpPr/>
          <p:nvPr/>
        </p:nvSpPr>
        <p:spPr>
          <a:xfrm>
            <a:off x="9745117" y="3882430"/>
            <a:ext cx="1684883"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9B0AE"/>
                </a:solidFill>
                <a:latin typeface="Rubik" pitchFamily="34" charset="0"/>
                <a:ea typeface="Rubik" pitchFamily="34" charset="-122"/>
                <a:cs typeface="Rubik" pitchFamily="34" charset="-120"/>
              </a:rPr>
              <a:t>Baja SAE Arizona.</a:t>
            </a:r>
            <a:endParaRPr lang="en-US" sz="1200" dirty="0"/>
          </a:p>
        </p:txBody>
      </p:sp>
      <p:sp>
        <p:nvSpPr>
          <p:cNvPr id="34" name="Text 32"/>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9B0AE"/>
                </a:solidFill>
                <a:latin typeface="Rubik" pitchFamily="34" charset="0"/>
                <a:ea typeface="Rubik" pitchFamily="34" charset="-122"/>
                <a:cs typeface="Rubik" pitchFamily="34" charset="-120"/>
              </a:rPr>
              <a:t>Aggie Baja Controls · Driver-to-pit comms</a:t>
            </a:r>
            <a:endParaRPr lang="en-US" sz="1200" dirty="0"/>
          </a:p>
        </p:txBody>
      </p:sp>
      <p:sp>
        <p:nvSpPr>
          <p:cNvPr id="35" name="Text 33"/>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B9B0AE"/>
                </a:solidFill>
                <a:latin typeface="Rubik" pitchFamily="34" charset="0"/>
                <a:ea typeface="Rubik" pitchFamily="34" charset="-122"/>
                <a:cs typeface="Rubik"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9">
    <p:bg>
      <p:bgPr>
        <a:solidFill>
          <a:srgbClr val="121012"/>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kern="0" spc="50" dirty="0">
                <a:solidFill>
                  <a:srgbClr val="F5F1EE"/>
                </a:solidFill>
                <a:latin typeface="Oswald" pitchFamily="34" charset="0"/>
                <a:ea typeface="Oswald" pitchFamily="34" charset="-122"/>
                <a:cs typeface="Oswald" pitchFamily="34" charset="-120"/>
              </a:rPr>
              <a:t>RESEARCH BEHIND THIS</a:t>
            </a:r>
            <a:endParaRPr lang="en-US" sz="3600" dirty="0"/>
          </a:p>
        </p:txBody>
      </p:sp>
      <p:sp>
        <p:nvSpPr>
          <p:cNvPr id="3" name="Text 1"/>
          <p:cNvSpPr/>
          <p:nvPr/>
        </p:nvSpPr>
        <p:spPr>
          <a:xfrm>
            <a:off x="924306" y="1518890"/>
            <a:ext cx="10764266" cy="2951361"/>
          </a:xfrm>
          <a:prstGeom prst="rect">
            <a:avLst/>
          </a:prstGeom>
          <a:noFill/>
          <a:ln/>
        </p:spPr>
        <p:txBody>
          <a:bodyPr wrap="square" lIns="0" tIns="0" rIns="0" bIns="0" rtlCol="0" anchor="t">
            <a:normAutofit/>
          </a:bodyPr>
          <a:lstStyle/>
          <a:p>
            <a:pPr marL="142494" indent="-142494" algn="l">
              <a:lnSpc>
                <a:spcPts val="1920"/>
              </a:lnSpc>
              <a:buSzPct val="100000"/>
              <a:buChar char="•"/>
            </a:pPr>
            <a:r>
              <a:rPr lang="en-US" sz="1200" dirty="0">
                <a:solidFill>
                  <a:srgbClr val="B9B0AE"/>
                </a:solidFill>
                <a:latin typeface="Rubik" pitchFamily="34" charset="0"/>
                <a:ea typeface="Rubik" pitchFamily="34" charset="-122"/>
                <a:cs typeface="Rubik" pitchFamily="34" charset="-120"/>
              </a:rPr>
              <a:t>Baja SAE Rules 2027 Rev A and BSAE 2026 Tech Sheet Rev C</a:t>
            </a:r>
            <a:endParaRPr lang="en-US" sz="1200" dirty="0"/>
          </a:p>
          <a:p>
            <a:pPr marL="142494" indent="-142494" algn="l">
              <a:lnSpc>
                <a:spcPts val="1920"/>
              </a:lnSpc>
              <a:buSzPct val="100000"/>
              <a:buChar char="•"/>
            </a:pPr>
            <a:r>
              <a:rPr lang="en-US" sz="1200" dirty="0">
                <a:solidFill>
                  <a:srgbClr val="B9B0AE"/>
                </a:solidFill>
                <a:latin typeface="Rubik" pitchFamily="34" charset="0"/>
                <a:ea typeface="Rubik" pitchFamily="34" charset="-122"/>
                <a:cs typeface="Rubik" pitchFamily="34" charset="-120"/>
              </a:rPr>
              <a:t>Aggie Baja Controls Statement of Work, Voice of the Customer and Gantt chart</a:t>
            </a:r>
            <a:endParaRPr lang="en-US" sz="1200" dirty="0"/>
          </a:p>
          <a:p>
            <a:pPr marL="142494" indent="-142494" algn="l">
              <a:lnSpc>
                <a:spcPts val="1920"/>
              </a:lnSpc>
              <a:buSzPct val="100000"/>
              <a:buChar char="•"/>
            </a:pPr>
            <a:r>
              <a:rPr lang="en-US" sz="1200" u="sng" dirty="0">
                <a:solidFill>
                  <a:srgbClr val="B9B0AE"/>
                </a:solidFill>
                <a:latin typeface="Rubik" pitchFamily="34" charset="0"/>
                <a:ea typeface="Rubik" pitchFamily="34" charset="-122"/>
                <a:cs typeface="Rubik" pitchFamily="34" charset="-120"/>
                <a:hlinkClick r:id="rId3">
                  <a:extLst>
                    <a:ext uri="{A12FA001-AC4F-418D-AE19-62706E023703}">
                      <ahyp:hlinkClr xmlns:ahyp="http://schemas.microsoft.com/office/drawing/2018/hyperlinkcolor" val="tx"/>
                    </a:ext>
                  </a:extLst>
                </a:hlinkClick>
              </a:rPr>
              <a:t>Rugged Radios: Offroad Driver Communication Kit (SS-KIT)</a:t>
            </a:r>
            <a:endParaRPr lang="en-US" sz="1200" dirty="0"/>
          </a:p>
          <a:p>
            <a:pPr marL="142494" indent="-142494" algn="l">
              <a:lnSpc>
                <a:spcPts val="1920"/>
              </a:lnSpc>
              <a:buSzPct val="100000"/>
              <a:buChar char="•"/>
            </a:pPr>
            <a:r>
              <a:rPr lang="en-US" sz="1200" u="sng" dirty="0">
                <a:solidFill>
                  <a:srgbClr val="B9B0AE"/>
                </a:solidFill>
                <a:latin typeface="Rubik" pitchFamily="34" charset="0"/>
                <a:ea typeface="Rubik" pitchFamily="34" charset="-122"/>
                <a:cs typeface="Rubik" pitchFamily="34" charset="-120"/>
                <a:hlinkClick r:id="rId4">
                  <a:extLst>
                    <a:ext uri="{A12FA001-AC4F-418D-AE19-62706E023703}">
                      <ahyp:hlinkClr xmlns:ahyp="http://schemas.microsoft.com/office/drawing/2018/hyperlinkcolor" val="tx"/>
                    </a:ext>
                  </a:extLst>
                </a:hlinkClick>
              </a:rPr>
              <a:t>Rugged Radios: Offroad Driver &amp; Crew Chief Racing Kit</a:t>
            </a:r>
            <a:endParaRPr lang="en-US" sz="1200" dirty="0"/>
          </a:p>
          <a:p>
            <a:pPr marL="142494" indent="-142494" algn="l">
              <a:lnSpc>
                <a:spcPts val="1920"/>
              </a:lnSpc>
              <a:buSzPct val="100000"/>
              <a:buChar char="•"/>
            </a:pPr>
            <a:r>
              <a:rPr lang="en-US" sz="1200" u="sng" dirty="0">
                <a:solidFill>
                  <a:srgbClr val="B9B0AE"/>
                </a:solidFill>
                <a:latin typeface="Rubik" pitchFamily="34" charset="0"/>
                <a:ea typeface="Rubik" pitchFamily="34" charset="-122"/>
                <a:cs typeface="Rubik" pitchFamily="34" charset="-120"/>
                <a:hlinkClick r:id="rId5">
                  <a:extLst>
                    <a:ext uri="{A12FA001-AC4F-418D-AE19-62706E023703}">
                      <ahyp:hlinkClr xmlns:ahyp="http://schemas.microsoft.com/office/drawing/2018/hyperlinkcolor" val="tx"/>
                    </a:ext>
                  </a:extLst>
                </a:hlinkClick>
              </a:rPr>
              <a:t>BTECH: MURS-V2 license-free radio</a:t>
            </a:r>
            <a:endParaRPr lang="en-US" sz="1200" dirty="0"/>
          </a:p>
          <a:p>
            <a:pPr marL="142494" indent="-142494" algn="l">
              <a:lnSpc>
                <a:spcPts val="1920"/>
              </a:lnSpc>
              <a:buSzPct val="100000"/>
              <a:buChar char="•"/>
            </a:pPr>
            <a:r>
              <a:rPr lang="en-US" sz="1200" u="sng" dirty="0">
                <a:solidFill>
                  <a:srgbClr val="B9B0AE"/>
                </a:solidFill>
                <a:latin typeface="Rubik" pitchFamily="34" charset="0"/>
                <a:ea typeface="Rubik" pitchFamily="34" charset="-122"/>
                <a:cs typeface="Rubik" pitchFamily="34" charset="-120"/>
                <a:hlinkClick r:id="rId6">
                  <a:extLst>
                    <a:ext uri="{A12FA001-AC4F-418D-AE19-62706E023703}">
                      <ahyp:hlinkClr xmlns:ahyp="http://schemas.microsoft.com/office/drawing/2018/hyperlinkcolor" val="tx"/>
                    </a:ext>
                  </a:extLst>
                </a:hlinkClick>
              </a:rPr>
              <a:t>BTECH: FRS radios</a:t>
            </a:r>
            <a:endParaRPr lang="en-US" sz="1200" dirty="0"/>
          </a:p>
          <a:p>
            <a:pPr marL="142494" indent="-142494" algn="l">
              <a:lnSpc>
                <a:spcPts val="1920"/>
              </a:lnSpc>
              <a:buSzPct val="100000"/>
              <a:buChar char="•"/>
            </a:pPr>
            <a:r>
              <a:rPr lang="en-US" sz="1200" u="sng" dirty="0">
                <a:solidFill>
                  <a:srgbClr val="B9B0AE"/>
                </a:solidFill>
                <a:latin typeface="Rubik" pitchFamily="34" charset="0"/>
                <a:ea typeface="Rubik" pitchFamily="34" charset="-122"/>
                <a:cs typeface="Rubik" pitchFamily="34" charset="-120"/>
                <a:hlinkClick r:id="rId7">
                  <a:extLst>
                    <a:ext uri="{A12FA001-AC4F-418D-AE19-62706E023703}">
                      <ahyp:hlinkClr xmlns:ahyp="http://schemas.microsoft.com/office/drawing/2018/hyperlinkcolor" val="tx"/>
                    </a:ext>
                  </a:extLst>
                </a:hlinkClick>
              </a:rPr>
              <a:t>UTV Source: Cardo Packtalk Outdoor</a:t>
            </a:r>
            <a:endParaRPr lang="en-US" sz="1200" dirty="0"/>
          </a:p>
          <a:p>
            <a:pPr marL="142494" indent="-142494" algn="l">
              <a:lnSpc>
                <a:spcPts val="1920"/>
              </a:lnSpc>
              <a:buSzPct val="100000"/>
              <a:buChar char="•"/>
            </a:pPr>
            <a:r>
              <a:rPr lang="en-US" sz="1200" u="sng" dirty="0">
                <a:solidFill>
                  <a:srgbClr val="B9B0AE"/>
                </a:solidFill>
                <a:latin typeface="Rubik" pitchFamily="34" charset="0"/>
                <a:ea typeface="Rubik" pitchFamily="34" charset="-122"/>
                <a:cs typeface="Rubik" pitchFamily="34" charset="-120"/>
                <a:hlinkClick r:id="rId8">
                  <a:extLst>
                    <a:ext uri="{A12FA001-AC4F-418D-AE19-62706E023703}">
                      <ahyp:hlinkClr xmlns:ahyp="http://schemas.microsoft.com/office/drawing/2018/hyperlinkcolor" val="tx"/>
                    </a:ext>
                  </a:extLst>
                </a:hlinkClick>
              </a:rPr>
              <a:t>Midland: Cornell Baja team helmet headsets</a:t>
            </a:r>
            <a:endParaRPr lang="en-US" sz="1200" dirty="0"/>
          </a:p>
          <a:p>
            <a:pPr marL="142494" indent="-142494" algn="l">
              <a:lnSpc>
                <a:spcPts val="1920"/>
              </a:lnSpc>
              <a:buSzPct val="100000"/>
              <a:buChar char="•"/>
            </a:pPr>
            <a:r>
              <a:rPr lang="en-US" sz="1200" u="sng" dirty="0">
                <a:solidFill>
                  <a:srgbClr val="B9B0AE"/>
                </a:solidFill>
                <a:latin typeface="Rubik" pitchFamily="34" charset="0"/>
                <a:ea typeface="Rubik" pitchFamily="34" charset="-122"/>
                <a:cs typeface="Rubik" pitchFamily="34" charset="-120"/>
                <a:hlinkClick r:id="rId9">
                  <a:extLst>
                    <a:ext uri="{A12FA001-AC4F-418D-AE19-62706E023703}">
                      <ahyp:hlinkClr xmlns:ahyp="http://schemas.microsoft.com/office/drawing/2018/hyperlinkcolor" val="tx"/>
                    </a:ext>
                  </a:extLst>
                </a:hlinkClick>
              </a:rPr>
              <a:t>Rugged Radios: H42 headset</a:t>
            </a:r>
            <a:r>
              <a:rPr lang="en-US" sz="1200" dirty="0">
                <a:solidFill>
                  <a:srgbClr val="B9B0AE"/>
                </a:solidFill>
                <a:latin typeface="Rubik" pitchFamily="34" charset="0"/>
                <a:ea typeface="Rubik" pitchFamily="34" charset="-122"/>
                <a:cs typeface="Rubik" pitchFamily="34" charset="-120"/>
              </a:rPr>
              <a:t> · </a:t>
            </a:r>
            <a:r>
              <a:rPr lang="en-US" sz="1200" u="sng" dirty="0">
                <a:solidFill>
                  <a:srgbClr val="B9B0AE"/>
                </a:solidFill>
                <a:latin typeface="Rubik" pitchFamily="34" charset="0"/>
                <a:ea typeface="Rubik" pitchFamily="34" charset="-122"/>
                <a:cs typeface="Rubik" pitchFamily="34" charset="-120"/>
                <a:hlinkClick r:id="rId10">
                  <a:extLst>
                    <a:ext uri="{A12FA001-AC4F-418D-AE19-62706E023703}">
                      <ahyp:hlinkClr xmlns:ahyp="http://schemas.microsoft.com/office/drawing/2018/hyperlinkcolor" val="tx"/>
                    </a:ext>
                  </a:extLst>
                </a:hlinkClick>
              </a:rPr>
              <a:t>CC-KEN cord</a:t>
            </a:r>
            <a:endParaRPr lang="en-US" sz="1200" dirty="0"/>
          </a:p>
          <a:p>
            <a:pPr marL="142494" indent="-142494" algn="l">
              <a:lnSpc>
                <a:spcPts val="1920"/>
              </a:lnSpc>
              <a:buSzPct val="100000"/>
              <a:buChar char="•"/>
            </a:pPr>
            <a:r>
              <a:rPr lang="en-US" sz="1200" u="sng" dirty="0">
                <a:solidFill>
                  <a:srgbClr val="B9B0AE"/>
                </a:solidFill>
                <a:latin typeface="Rubik" pitchFamily="34" charset="0"/>
                <a:ea typeface="Rubik" pitchFamily="34" charset="-122"/>
                <a:cs typeface="Rubik" pitchFamily="34" charset="-120"/>
                <a:hlinkClick r:id="rId11">
                  <a:extLst>
                    <a:ext uri="{A12FA001-AC4F-418D-AE19-62706E023703}">
                      <ahyp:hlinkClr xmlns:ahyp="http://schemas.microsoft.com/office/drawing/2018/hyperlinkcolor" val="tx"/>
                    </a:ext>
                  </a:extLst>
                </a:hlinkClick>
              </a:rPr>
              <a:t>DPD Productions: MURS 5/8-wave mobile antenna</a:t>
            </a:r>
            <a:endParaRPr lang="en-US" sz="1200" dirty="0"/>
          </a:p>
          <a:p>
            <a:pPr marL="142494" indent="-142494" algn="l">
              <a:lnSpc>
                <a:spcPts val="1920"/>
              </a:lnSpc>
              <a:buSzPct val="100000"/>
              <a:buChar char="•"/>
            </a:pPr>
            <a:r>
              <a:rPr lang="en-US" sz="1200" dirty="0">
                <a:solidFill>
                  <a:srgbClr val="B9B0AE"/>
                </a:solidFill>
                <a:latin typeface="Rubik" pitchFamily="34" charset="0"/>
                <a:ea typeface="Rubik" pitchFamily="34" charset="-122"/>
                <a:cs typeface="Rubik" pitchFamily="34" charset="-120"/>
              </a:rPr>
              <a:t>MURS range: </a:t>
            </a:r>
            <a:r>
              <a:rPr lang="en-US" sz="1200" u="sng" dirty="0">
                <a:solidFill>
                  <a:srgbClr val="B9B0AE"/>
                </a:solidFill>
                <a:latin typeface="Rubik" pitchFamily="34" charset="0"/>
                <a:ea typeface="Rubik" pitchFamily="34" charset="-122"/>
                <a:cs typeface="Rubik" pitchFamily="34" charset="-120"/>
                <a:hlinkClick r:id="rId12">
                  <a:extLst>
                    <a:ext uri="{A12FA001-AC4F-418D-AE19-62706E023703}">
                      <ahyp:hlinkClr xmlns:ahyp="http://schemas.microsoft.com/office/drawing/2018/hyperlinkcolor" val="tx"/>
                    </a:ext>
                  </a:extLst>
                </a:hlinkClick>
              </a:rPr>
              <a:t>OneSDR</a:t>
            </a:r>
            <a:r>
              <a:rPr lang="en-US" sz="1200" dirty="0">
                <a:solidFill>
                  <a:srgbClr val="B9B0AE"/>
                </a:solidFill>
                <a:latin typeface="Rubik" pitchFamily="34" charset="0"/>
                <a:ea typeface="Rubik" pitchFamily="34" charset="-122"/>
                <a:cs typeface="Rubik" pitchFamily="34" charset="-120"/>
              </a:rPr>
              <a:t> · </a:t>
            </a:r>
            <a:r>
              <a:rPr lang="en-US" sz="1200" u="sng" dirty="0">
                <a:solidFill>
                  <a:srgbClr val="B9B0AE"/>
                </a:solidFill>
                <a:latin typeface="Rubik" pitchFamily="34" charset="0"/>
                <a:ea typeface="Rubik" pitchFamily="34" charset="-122"/>
                <a:cs typeface="Rubik" pitchFamily="34" charset="-120"/>
                <a:hlinkClick r:id="rId13">
                  <a:extLst>
                    <a:ext uri="{A12FA001-AC4F-418D-AE19-62706E023703}">
                      <ahyp:hlinkClr xmlns:ahyp="http://schemas.microsoft.com/office/drawing/2018/hyperlinkcolor" val="tx"/>
                    </a:ext>
                  </a:extLst>
                </a:hlinkClick>
              </a:rPr>
              <a:t>Miklor</a:t>
            </a:r>
            <a:endParaRPr lang="en-US" sz="1200" dirty="0"/>
          </a:p>
          <a:p>
            <a:pPr marL="142494" indent="-142494" algn="l">
              <a:lnSpc>
                <a:spcPts val="1920"/>
              </a:lnSpc>
              <a:buSzPct val="100000"/>
              <a:buChar char="•"/>
            </a:pPr>
            <a:r>
              <a:rPr lang="en-US" sz="1200" u="sng" dirty="0">
                <a:solidFill>
                  <a:srgbClr val="B9B0AE"/>
                </a:solidFill>
                <a:latin typeface="Rubik" pitchFamily="34" charset="0"/>
                <a:ea typeface="Rubik" pitchFamily="34" charset="-122"/>
                <a:cs typeface="Rubik" pitchFamily="34" charset="-120"/>
                <a:hlinkClick r:id="rId14">
                  <a:extLst>
                    <a:ext uri="{A12FA001-AC4F-418D-AE19-62706E023703}">
                      <ahyp:hlinkClr xmlns:ahyp="http://schemas.microsoft.com/office/drawing/2018/hyperlinkcolor" val="tx"/>
                    </a:ext>
                  </a:extLst>
                </a:hlinkClick>
              </a:rPr>
              <a:t>24 Hours of Lemons forum: race radio setups</a:t>
            </a:r>
            <a:endParaRPr lang="en-US" sz="1200" dirty="0"/>
          </a:p>
        </p:txBody>
      </p:sp>
      <p:sp>
        <p:nvSpPr>
          <p:cNvPr id="4" name="Text 2"/>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9B0AE"/>
                </a:solidFill>
                <a:latin typeface="Rubik" pitchFamily="34" charset="0"/>
                <a:ea typeface="Rubik" pitchFamily="34" charset="-122"/>
                <a:cs typeface="Rubik" pitchFamily="34" charset="-120"/>
              </a:rPr>
              <a:t>Aggie Baja Controls · Driver-to-pit comms</a:t>
            </a:r>
            <a:endParaRPr lang="en-US" sz="1200" dirty="0"/>
          </a:p>
        </p:txBody>
      </p:sp>
      <p:sp>
        <p:nvSpPr>
          <p:cNvPr id="5" name="Text 3"/>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B9B0AE"/>
                </a:solidFill>
                <a:latin typeface="Rubik" pitchFamily="34" charset="0"/>
                <a:ea typeface="Rubik" pitchFamily="34" charset="-122"/>
                <a:cs typeface="Rubik" pitchFamily="34" charset="-120"/>
              </a:rPr>
              <a:t>12</a:t>
            </a:r>
            <a:endParaRPr lang="en-US" sz="1200" dirty="0"/>
          </a:p>
        </p:txBody>
      </p:sp>
    </p:spTree>
  </p:cSld>
  <p:clrMapOvr>
    <a:masterClrMapping/>
  </p:clrMapOvr>
</p:sld>
</file>

<file path=ppt/theme/theme1.xml><?xml version="1.0" encoding="utf-8"?>
<a:theme xmlns:a="http://schemas.openxmlformats.org/drawingml/2006/main" name="Baja SAE Driver–Pit Comms">
  <a:themeElements>
    <a:clrScheme name="Baja SAE Driver–Pit Comms">
      <a:dk1>
        <a:srgbClr val="121012"/>
      </a:dk1>
      <a:lt1>
        <a:srgbClr val="B9B0AE"/>
      </a:lt1>
      <a:dk2>
        <a:srgbClr val="232022"/>
      </a:dk2>
      <a:lt2>
        <a:srgbClr val="8F8887"/>
      </a:lt2>
      <a:accent1>
        <a:srgbClr val="FF4D5A"/>
      </a:accent1>
      <a:accent2>
        <a:srgbClr val="C8102E"/>
      </a:accent2>
      <a:accent3>
        <a:srgbClr val="3A3133"/>
      </a:accent3>
      <a:accent4>
        <a:srgbClr val="9AA0A6"/>
      </a:accent4>
      <a:accent5>
        <a:srgbClr val="767070"/>
      </a:accent5>
      <a:accent6>
        <a:srgbClr val="5D5858"/>
      </a:accent6>
      <a:hlink>
        <a:srgbClr val="0563C1"/>
      </a:hlink>
      <a:folHlink>
        <a:srgbClr val="954F72"/>
      </a:folHlink>
    </a:clrScheme>
    <a:fontScheme name="Baja SAE Driver–Pit Comms">
      <a:majorFont>
        <a:latin typeface="Oswal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Rubik"/>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36</TotalTime>
  <Words>2422</Words>
  <Application>Microsoft Macintosh PowerPoint</Application>
  <PresentationFormat>Widescreen</PresentationFormat>
  <Paragraphs>307</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Oswald</vt:lpstr>
      <vt:lpstr>Rubik</vt:lpstr>
      <vt:lpstr>Arial</vt:lpstr>
      <vt:lpstr>Baja SAE Driver–Pit Comms</vt:lpstr>
      <vt:lpstr>DRIVER-TO-PIT COMMS</vt:lpstr>
      <vt:lpstr>THE FOUR OPTIONS COMPARED</vt:lpstr>
      <vt:lpstr>OPTION A: MURS RADIOS + RUGGED DRIVER KIT</vt:lpstr>
      <vt:lpstr>HOW OPTION A MEETS OUR REQUIREMENTS</vt:lpstr>
      <vt:lpstr>WHY NOT THE OTHER THREE</vt:lpstr>
      <vt:lpstr>HOW OPTION A FITS TOGETHER</vt:lpstr>
      <vt:lpstr>HOW OPTION B FITS TOGETHER</vt:lpstr>
      <vt:lpstr>HOW OPTION A FITS TOGETHER</vt:lpstr>
      <vt:lpstr>HOW OPTION A FITS TOGETHER</vt:lpstr>
      <vt:lpstr>WHAT IT COSTS</vt:lpstr>
      <vt:lpstr>NEXT STEPS</vt:lpstr>
      <vt:lpstr>RESEARCH BEHIND THIS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Baja SAE Driver–Pit Comms</dc:title>
  <dc:subject/>
  <dc:creator/>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Rubik
Copyright 2015 The Rubik Project Authors (https://github.com/googlefonts/rubik)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Oswald
Copyright 2016 The Oswald Project Authors (https://github.com/googlefonts/OswaldFont)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cp:lastModifiedBy>Alex Miller</cp:lastModifiedBy>
  <cp:revision>2</cp:revision>
  <dcterms:created xsi:type="dcterms:W3CDTF">2026-10-22T20:31:23Z</dcterms:created>
  <dcterms:modified xsi:type="dcterms:W3CDTF">2026-10-22T22:34:41Z</dcterms:modified>
</cp:coreProperties>
</file>